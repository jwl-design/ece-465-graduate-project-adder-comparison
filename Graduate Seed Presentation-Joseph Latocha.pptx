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72" r:id="rId1"/>
    <p:sldMasterId id="2147483681" r:id="rId2"/>
  </p:sldMasterIdLst>
  <p:notesMasterIdLst>
    <p:notesMasterId r:id="rId21"/>
  </p:notesMasterIdLst>
  <p:sldIdLst>
    <p:sldId id="256" r:id="rId3"/>
    <p:sldId id="1771" r:id="rId4"/>
    <p:sldId id="1772" r:id="rId5"/>
    <p:sldId id="1773" r:id="rId6"/>
    <p:sldId id="1777" r:id="rId7"/>
    <p:sldId id="1778" r:id="rId8"/>
    <p:sldId id="1779" r:id="rId9"/>
    <p:sldId id="1774" r:id="rId10"/>
    <p:sldId id="1785" r:id="rId11"/>
    <p:sldId id="1786" r:id="rId12"/>
    <p:sldId id="1783" r:id="rId13"/>
    <p:sldId id="1787" r:id="rId14"/>
    <p:sldId id="1782" r:id="rId15"/>
    <p:sldId id="1784" r:id="rId16"/>
    <p:sldId id="1780" r:id="rId17"/>
    <p:sldId id="1789" r:id="rId18"/>
    <p:sldId id="1776" r:id="rId19"/>
    <p:sldId id="178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66FF33"/>
    <a:srgbClr val="9900CC"/>
    <a:srgbClr val="00FF00"/>
    <a:srgbClr val="6600CC"/>
    <a:srgbClr val="CC00FF"/>
    <a:srgbClr val="3366FF"/>
    <a:srgbClr val="CC66FF"/>
    <a:srgbClr val="009900"/>
    <a:srgbClr val="001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/>
    <p:restoredTop sz="92536" autoAdjust="0"/>
  </p:normalViewPr>
  <p:slideViewPr>
    <p:cSldViewPr snapToGrid="0" snapToObjects="1">
      <p:cViewPr varScale="1">
        <p:scale>
          <a:sx n="91" d="100"/>
          <a:sy n="91" d="100"/>
        </p:scale>
        <p:origin x="235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Latocha" userId="cc995122a9ee0f0a" providerId="LiveId" clId="{C42E5760-64E1-4320-8E52-44BECE91221E}"/>
    <pc:docChg chg="undo custSel addSld delSld modSld sldOrd">
      <pc:chgData name="Joseph Latocha" userId="cc995122a9ee0f0a" providerId="LiveId" clId="{C42E5760-64E1-4320-8E52-44BECE91221E}" dt="2026-05-07T18:31:53.543" v="5147" actId="27636"/>
      <pc:docMkLst>
        <pc:docMk/>
      </pc:docMkLst>
      <pc:sldChg chg="modSp mod">
        <pc:chgData name="Joseph Latocha" userId="cc995122a9ee0f0a" providerId="LiveId" clId="{C42E5760-64E1-4320-8E52-44BECE91221E}" dt="2026-05-07T18:31:53.543" v="5147" actId="27636"/>
        <pc:sldMkLst>
          <pc:docMk/>
          <pc:sldMk cId="1559288084" sldId="256"/>
        </pc:sldMkLst>
        <pc:spChg chg="mod">
          <ac:chgData name="Joseph Latocha" userId="cc995122a9ee0f0a" providerId="LiveId" clId="{C42E5760-64E1-4320-8E52-44BECE91221E}" dt="2026-05-07T18:31:53.543" v="5147" actId="27636"/>
          <ac:spMkLst>
            <pc:docMk/>
            <pc:sldMk cId="1559288084" sldId="256"/>
            <ac:spMk id="6" creationId="{7C82AAA1-4D05-6E40-ACFD-BB9F825BAB7C}"/>
          </ac:spMkLst>
        </pc:spChg>
      </pc:sldChg>
      <pc:sldChg chg="modSp mod">
        <pc:chgData name="Joseph Latocha" userId="cc995122a9ee0f0a" providerId="LiveId" clId="{C42E5760-64E1-4320-8E52-44BECE91221E}" dt="2026-04-30T05:30:56.366" v="1060" actId="20577"/>
        <pc:sldMkLst>
          <pc:docMk/>
          <pc:sldMk cId="1222231666" sldId="1771"/>
        </pc:sldMkLst>
        <pc:spChg chg="mod">
          <ac:chgData name="Joseph Latocha" userId="cc995122a9ee0f0a" providerId="LiveId" clId="{C42E5760-64E1-4320-8E52-44BECE91221E}" dt="2026-04-30T05:30:56.366" v="1060" actId="20577"/>
          <ac:spMkLst>
            <pc:docMk/>
            <pc:sldMk cId="1222231666" sldId="1771"/>
            <ac:spMk id="3" creationId="{8D2B2CA1-569D-BFDB-04D2-766CD90AAB69}"/>
          </ac:spMkLst>
        </pc:spChg>
      </pc:sldChg>
      <pc:sldChg chg="modSp mod">
        <pc:chgData name="Joseph Latocha" userId="cc995122a9ee0f0a" providerId="LiveId" clId="{C42E5760-64E1-4320-8E52-44BECE91221E}" dt="2026-04-30T21:09:06.295" v="5110" actId="20577"/>
        <pc:sldMkLst>
          <pc:docMk/>
          <pc:sldMk cId="2364344786" sldId="1772"/>
        </pc:sldMkLst>
        <pc:spChg chg="mod">
          <ac:chgData name="Joseph Latocha" userId="cc995122a9ee0f0a" providerId="LiveId" clId="{C42E5760-64E1-4320-8E52-44BECE91221E}" dt="2026-04-30T21:09:06.295" v="5110" actId="20577"/>
          <ac:spMkLst>
            <pc:docMk/>
            <pc:sldMk cId="2364344786" sldId="1772"/>
            <ac:spMk id="3" creationId="{8D2B2CA1-569D-BFDB-04D2-766CD90AAB69}"/>
          </ac:spMkLst>
        </pc:spChg>
      </pc:sldChg>
      <pc:sldChg chg="addSp delSp modSp mod">
        <pc:chgData name="Joseph Latocha" userId="cc995122a9ee0f0a" providerId="LiveId" clId="{C42E5760-64E1-4320-8E52-44BECE91221E}" dt="2026-04-30T18:26:04.035" v="3058" actId="14100"/>
        <pc:sldMkLst>
          <pc:docMk/>
          <pc:sldMk cId="1920598189" sldId="1773"/>
        </pc:sldMkLst>
        <pc:spChg chg="mod">
          <ac:chgData name="Joseph Latocha" userId="cc995122a9ee0f0a" providerId="LiveId" clId="{C42E5760-64E1-4320-8E52-44BECE91221E}" dt="2026-04-30T18:26:04.035" v="3058" actId="14100"/>
          <ac:spMkLst>
            <pc:docMk/>
            <pc:sldMk cId="1920598189" sldId="1773"/>
            <ac:spMk id="3" creationId="{8D2B2CA1-569D-BFDB-04D2-766CD90AAB69}"/>
          </ac:spMkLst>
        </pc:spChg>
        <pc:spChg chg="add mod">
          <ac:chgData name="Joseph Latocha" userId="cc995122a9ee0f0a" providerId="LiveId" clId="{C42E5760-64E1-4320-8E52-44BECE91221E}" dt="2026-04-30T07:37:17.787" v="2661" actId="20577"/>
          <ac:spMkLst>
            <pc:docMk/>
            <pc:sldMk cId="1920598189" sldId="1773"/>
            <ac:spMk id="7" creationId="{737BB95B-C8C3-2698-BFC3-F7329840EDD9}"/>
          </ac:spMkLst>
        </pc:spChg>
        <pc:spChg chg="add mod">
          <ac:chgData name="Joseph Latocha" userId="cc995122a9ee0f0a" providerId="LiveId" clId="{C42E5760-64E1-4320-8E52-44BECE91221E}" dt="2026-04-30T07:37:22.968" v="2663" actId="20577"/>
          <ac:spMkLst>
            <pc:docMk/>
            <pc:sldMk cId="1920598189" sldId="1773"/>
            <ac:spMk id="10" creationId="{0378A73A-5613-B8F1-38D3-BAD2671F20A9}"/>
          </ac:spMkLst>
        </pc:spChg>
        <pc:spChg chg="add mod">
          <ac:chgData name="Joseph Latocha" userId="cc995122a9ee0f0a" providerId="LiveId" clId="{C42E5760-64E1-4320-8E52-44BECE91221E}" dt="2026-04-30T07:39:51.818" v="2676" actId="14100"/>
          <ac:spMkLst>
            <pc:docMk/>
            <pc:sldMk cId="1920598189" sldId="1773"/>
            <ac:spMk id="12" creationId="{FEB68C2C-999F-CCE7-9CC4-7E212A6A0D8A}"/>
          </ac:spMkLst>
        </pc:spChg>
        <pc:spChg chg="add mod">
          <ac:chgData name="Joseph Latocha" userId="cc995122a9ee0f0a" providerId="LiveId" clId="{C42E5760-64E1-4320-8E52-44BECE91221E}" dt="2026-04-30T07:38:53.580" v="2672" actId="207"/>
          <ac:spMkLst>
            <pc:docMk/>
            <pc:sldMk cId="1920598189" sldId="1773"/>
            <ac:spMk id="13" creationId="{4B3DD548-0B16-3D4A-B359-97CFEB914DA8}"/>
          </ac:spMkLst>
        </pc:spChg>
        <pc:picChg chg="add mod">
          <ac:chgData name="Joseph Latocha" userId="cc995122a9ee0f0a" providerId="LiveId" clId="{C42E5760-64E1-4320-8E52-44BECE91221E}" dt="2026-04-30T07:26:51.572" v="2533" actId="1076"/>
          <ac:picMkLst>
            <pc:docMk/>
            <pc:sldMk cId="1920598189" sldId="1773"/>
            <ac:picMk id="6" creationId="{46DD710F-6790-55F9-F644-B4F1FC445CB4}"/>
          </ac:picMkLst>
        </pc:picChg>
        <pc:picChg chg="add mod">
          <ac:chgData name="Joseph Latocha" userId="cc995122a9ee0f0a" providerId="LiveId" clId="{C42E5760-64E1-4320-8E52-44BECE91221E}" dt="2026-04-30T07:35:30.436" v="2649" actId="1076"/>
          <ac:picMkLst>
            <pc:docMk/>
            <pc:sldMk cId="1920598189" sldId="1773"/>
            <ac:picMk id="11" creationId="{E46C0D50-D6BE-63E3-3DC1-A657DB682E0A}"/>
          </ac:picMkLst>
        </pc:picChg>
        <pc:cxnChg chg="add mod">
          <ac:chgData name="Joseph Latocha" userId="cc995122a9ee0f0a" providerId="LiveId" clId="{C42E5760-64E1-4320-8E52-44BECE91221E}" dt="2026-04-30T07:39:07.105" v="2674" actId="13822"/>
          <ac:cxnSpMkLst>
            <pc:docMk/>
            <pc:sldMk cId="1920598189" sldId="1773"/>
            <ac:cxnSpMk id="15" creationId="{3F4C70CB-7988-F81A-AAD3-0A0F7CD3D753}"/>
          </ac:cxnSpMkLst>
        </pc:cxnChg>
      </pc:sldChg>
      <pc:sldChg chg="addSp delSp modSp mod">
        <pc:chgData name="Joseph Latocha" userId="cc995122a9ee0f0a" providerId="LiveId" clId="{C42E5760-64E1-4320-8E52-44BECE91221E}" dt="2026-04-30T19:55:12.992" v="4378" actId="20577"/>
        <pc:sldMkLst>
          <pc:docMk/>
          <pc:sldMk cId="2799788090" sldId="1774"/>
        </pc:sldMkLst>
        <pc:spChg chg="mod">
          <ac:chgData name="Joseph Latocha" userId="cc995122a9ee0f0a" providerId="LiveId" clId="{C42E5760-64E1-4320-8E52-44BECE91221E}" dt="2026-04-30T02:18:28.658" v="87" actId="20577"/>
          <ac:spMkLst>
            <pc:docMk/>
            <pc:sldMk cId="2799788090" sldId="1774"/>
            <ac:spMk id="4" creationId="{3A1EEEA5-48E9-3B4B-BDB8-9C3302350315}"/>
          </ac:spMkLst>
        </pc:spChg>
        <pc:spChg chg="add mod">
          <ac:chgData name="Joseph Latocha" userId="cc995122a9ee0f0a" providerId="LiveId" clId="{C42E5760-64E1-4320-8E52-44BECE91221E}" dt="2026-04-30T19:55:12.992" v="4378" actId="20577"/>
          <ac:spMkLst>
            <pc:docMk/>
            <pc:sldMk cId="2799788090" sldId="1774"/>
            <ac:spMk id="8" creationId="{AD7D36AE-91CD-8196-5ED7-448004124211}"/>
          </ac:spMkLst>
        </pc:spChg>
        <pc:spChg chg="add mod">
          <ac:chgData name="Joseph Latocha" userId="cc995122a9ee0f0a" providerId="LiveId" clId="{C42E5760-64E1-4320-8E52-44BECE91221E}" dt="2026-04-30T04:01:18.968" v="531" actId="20577"/>
          <ac:spMkLst>
            <pc:docMk/>
            <pc:sldMk cId="2799788090" sldId="1774"/>
            <ac:spMk id="13" creationId="{75DB7EE5-9722-2C95-F3F8-460EF14DAE83}"/>
          </ac:spMkLst>
        </pc:spChg>
        <pc:picChg chg="add mod">
          <ac:chgData name="Joseph Latocha" userId="cc995122a9ee0f0a" providerId="LiveId" clId="{C42E5760-64E1-4320-8E52-44BECE91221E}" dt="2026-04-30T04:00:16.892" v="434" actId="1076"/>
          <ac:picMkLst>
            <pc:docMk/>
            <pc:sldMk cId="2799788090" sldId="1774"/>
            <ac:picMk id="15" creationId="{9F7D0DB7-7E86-7C62-298E-C492DD6B39DD}"/>
          </ac:picMkLst>
        </pc:picChg>
      </pc:sldChg>
      <pc:sldChg chg="modSp mod">
        <pc:chgData name="Joseph Latocha" userId="cc995122a9ee0f0a" providerId="LiveId" clId="{C42E5760-64E1-4320-8E52-44BECE91221E}" dt="2026-04-30T20:27:16.309" v="5055" actId="20577"/>
        <pc:sldMkLst>
          <pc:docMk/>
          <pc:sldMk cId="2422193103" sldId="1776"/>
        </pc:sldMkLst>
        <pc:spChg chg="mod">
          <ac:chgData name="Joseph Latocha" userId="cc995122a9ee0f0a" providerId="LiveId" clId="{C42E5760-64E1-4320-8E52-44BECE91221E}" dt="2026-04-30T20:27:16.309" v="5055" actId="20577"/>
          <ac:spMkLst>
            <pc:docMk/>
            <pc:sldMk cId="2422193103" sldId="1776"/>
            <ac:spMk id="3" creationId="{88413DB2-4C99-427D-DD53-B2A7DD1164A2}"/>
          </ac:spMkLst>
        </pc:spChg>
      </pc:sldChg>
      <pc:sldChg chg="addSp modSp mod">
        <pc:chgData name="Joseph Latocha" userId="cc995122a9ee0f0a" providerId="LiveId" clId="{C42E5760-64E1-4320-8E52-44BECE91221E}" dt="2026-04-30T19:16:59.864" v="3565" actId="16959"/>
        <pc:sldMkLst>
          <pc:docMk/>
          <pc:sldMk cId="1771431635" sldId="1777"/>
        </pc:sldMkLst>
        <pc:spChg chg="mod">
          <ac:chgData name="Joseph Latocha" userId="cc995122a9ee0f0a" providerId="LiveId" clId="{C42E5760-64E1-4320-8E52-44BECE91221E}" dt="2026-04-30T19:16:59.864" v="3565" actId="16959"/>
          <ac:spMkLst>
            <pc:docMk/>
            <pc:sldMk cId="1771431635" sldId="1777"/>
            <ac:spMk id="3" creationId="{82AC6B28-91E5-3A0C-CB20-A27B10CB8C76}"/>
          </ac:spMkLst>
        </pc:spChg>
        <pc:spChg chg="add mod">
          <ac:chgData name="Joseph Latocha" userId="cc995122a9ee0f0a" providerId="LiveId" clId="{C42E5760-64E1-4320-8E52-44BECE91221E}" dt="2026-04-30T07:51:32.998" v="2844" actId="20577"/>
          <ac:spMkLst>
            <pc:docMk/>
            <pc:sldMk cId="1771431635" sldId="1777"/>
            <ac:spMk id="7" creationId="{51D01A31-24F6-EB4C-DD7D-06EB1F2FF663}"/>
          </ac:spMkLst>
        </pc:spChg>
        <pc:picChg chg="add mod">
          <ac:chgData name="Joseph Latocha" userId="cc995122a9ee0f0a" providerId="LiveId" clId="{C42E5760-64E1-4320-8E52-44BECE91221E}" dt="2026-04-30T18:53:31.806" v="3376" actId="1076"/>
          <ac:picMkLst>
            <pc:docMk/>
            <pc:sldMk cId="1771431635" sldId="1777"/>
            <ac:picMk id="6" creationId="{CF2917CE-B06E-4B35-C253-B1A9A4336C30}"/>
          </ac:picMkLst>
        </pc:picChg>
      </pc:sldChg>
      <pc:sldChg chg="addSp delSp modSp mod">
        <pc:chgData name="Joseph Latocha" userId="cc995122a9ee0f0a" providerId="LiveId" clId="{C42E5760-64E1-4320-8E52-44BECE91221E}" dt="2026-04-30T20:26:34.733" v="5049" actId="20577"/>
        <pc:sldMkLst>
          <pc:docMk/>
          <pc:sldMk cId="535519853" sldId="1778"/>
        </pc:sldMkLst>
        <pc:spChg chg="mod">
          <ac:chgData name="Joseph Latocha" userId="cc995122a9ee0f0a" providerId="LiveId" clId="{C42E5760-64E1-4320-8E52-44BECE91221E}" dt="2026-04-30T07:25:39.602" v="2531" actId="20577"/>
          <ac:spMkLst>
            <pc:docMk/>
            <pc:sldMk cId="535519853" sldId="1778"/>
            <ac:spMk id="3" creationId="{8B32AFEE-3B99-FABC-7197-FF1FC6D397A8}"/>
          </ac:spMkLst>
        </pc:spChg>
        <pc:spChg chg="mod">
          <ac:chgData name="Joseph Latocha" userId="cc995122a9ee0f0a" providerId="LiveId" clId="{C42E5760-64E1-4320-8E52-44BECE91221E}" dt="2026-04-30T14:04:29.286" v="2920" actId="20577"/>
          <ac:spMkLst>
            <pc:docMk/>
            <pc:sldMk cId="535519853" sldId="1778"/>
            <ac:spMk id="4" creationId="{9ECA40C2-02C8-DB55-8C2F-75B9C6A7F287}"/>
          </ac:spMkLst>
        </pc:spChg>
        <pc:spChg chg="add mod">
          <ac:chgData name="Joseph Latocha" userId="cc995122a9ee0f0a" providerId="LiveId" clId="{C42E5760-64E1-4320-8E52-44BECE91221E}" dt="2026-04-30T20:26:27.253" v="5045" actId="20577"/>
          <ac:spMkLst>
            <pc:docMk/>
            <pc:sldMk cId="535519853" sldId="1778"/>
            <ac:spMk id="7" creationId="{0C091099-416A-A7D5-8BF2-6E1D59D13A60}"/>
          </ac:spMkLst>
        </pc:spChg>
        <pc:spChg chg="add mod">
          <ac:chgData name="Joseph Latocha" userId="cc995122a9ee0f0a" providerId="LiveId" clId="{C42E5760-64E1-4320-8E52-44BECE91221E}" dt="2026-04-30T20:26:34.733" v="5049" actId="20577"/>
          <ac:spMkLst>
            <pc:docMk/>
            <pc:sldMk cId="535519853" sldId="1778"/>
            <ac:spMk id="10" creationId="{FFF76192-C750-6329-57F0-A424A44A7D45}"/>
          </ac:spMkLst>
        </pc:spChg>
        <pc:picChg chg="add mod">
          <ac:chgData name="Joseph Latocha" userId="cc995122a9ee0f0a" providerId="LiveId" clId="{C42E5760-64E1-4320-8E52-44BECE91221E}" dt="2026-04-30T07:52:11.998" v="2851" actId="1076"/>
          <ac:picMkLst>
            <pc:docMk/>
            <pc:sldMk cId="535519853" sldId="1778"/>
            <ac:picMk id="9" creationId="{4A425E9C-803D-69AC-34D5-C7C983175667}"/>
          </ac:picMkLst>
        </pc:picChg>
        <pc:picChg chg="add mod">
          <ac:chgData name="Joseph Latocha" userId="cc995122a9ee0f0a" providerId="LiveId" clId="{C42E5760-64E1-4320-8E52-44BECE91221E}" dt="2026-04-30T18:47:52.242" v="3168" actId="1076"/>
          <ac:picMkLst>
            <pc:docMk/>
            <pc:sldMk cId="535519853" sldId="1778"/>
            <ac:picMk id="14" creationId="{EFAADDE7-728F-2049-408B-6A91425B44A9}"/>
          </ac:picMkLst>
        </pc:picChg>
      </pc:sldChg>
      <pc:sldChg chg="addSp delSp modSp mod">
        <pc:chgData name="Joseph Latocha" userId="cc995122a9ee0f0a" providerId="LiveId" clId="{C42E5760-64E1-4320-8E52-44BECE91221E}" dt="2026-04-30T19:07:30.981" v="3446" actId="20577"/>
        <pc:sldMkLst>
          <pc:docMk/>
          <pc:sldMk cId="1477723280" sldId="1779"/>
        </pc:sldMkLst>
        <pc:spChg chg="mod">
          <ac:chgData name="Joseph Latocha" userId="cc995122a9ee0f0a" providerId="LiveId" clId="{C42E5760-64E1-4320-8E52-44BECE91221E}" dt="2026-04-30T18:21:20.771" v="3032" actId="14100"/>
          <ac:spMkLst>
            <pc:docMk/>
            <pc:sldMk cId="1477723280" sldId="1779"/>
            <ac:spMk id="3" creationId="{CC2A29AC-4187-FD57-5E3C-613933FDC1D8}"/>
          </ac:spMkLst>
        </pc:spChg>
        <pc:spChg chg="mod">
          <ac:chgData name="Joseph Latocha" userId="cc995122a9ee0f0a" providerId="LiveId" clId="{C42E5760-64E1-4320-8E52-44BECE91221E}" dt="2026-04-30T14:05:53.968" v="3015" actId="20577"/>
          <ac:spMkLst>
            <pc:docMk/>
            <pc:sldMk cId="1477723280" sldId="1779"/>
            <ac:spMk id="4" creationId="{BCC06C0C-9D14-0104-ADA2-17A26BEC2F6E}"/>
          </ac:spMkLst>
        </pc:spChg>
        <pc:spChg chg="add mod">
          <ac:chgData name="Joseph Latocha" userId="cc995122a9ee0f0a" providerId="LiveId" clId="{C42E5760-64E1-4320-8E52-44BECE91221E}" dt="2026-04-30T19:07:30.981" v="3446" actId="20577"/>
          <ac:spMkLst>
            <pc:docMk/>
            <pc:sldMk cId="1477723280" sldId="1779"/>
            <ac:spMk id="9" creationId="{0A670AF8-340E-B89F-55C5-C34EAEEA5D6D}"/>
          </ac:spMkLst>
        </pc:spChg>
        <pc:picChg chg="add mod">
          <ac:chgData name="Joseph Latocha" userId="cc995122a9ee0f0a" providerId="LiveId" clId="{C42E5760-64E1-4320-8E52-44BECE91221E}" dt="2026-04-30T18:45:32.796" v="3165" actId="1076"/>
          <ac:picMkLst>
            <pc:docMk/>
            <pc:sldMk cId="1477723280" sldId="1779"/>
            <ac:picMk id="11" creationId="{B9373C9C-6AEB-E6AC-54B9-98B05CA19AB2}"/>
          </ac:picMkLst>
        </pc:picChg>
      </pc:sldChg>
      <pc:sldChg chg="addSp delSp modSp add mod">
        <pc:chgData name="Joseph Latocha" userId="cc995122a9ee0f0a" providerId="LiveId" clId="{C42E5760-64E1-4320-8E52-44BECE91221E}" dt="2026-04-30T19:56:38.282" v="4408" actId="2161"/>
        <pc:sldMkLst>
          <pc:docMk/>
          <pc:sldMk cId="3846139273" sldId="1780"/>
        </pc:sldMkLst>
        <pc:spChg chg="add mod">
          <ac:chgData name="Joseph Latocha" userId="cc995122a9ee0f0a" providerId="LiveId" clId="{C42E5760-64E1-4320-8E52-44BECE91221E}" dt="2026-04-30T19:52:01.301" v="4323" actId="20577"/>
          <ac:spMkLst>
            <pc:docMk/>
            <pc:sldMk cId="3846139273" sldId="1780"/>
            <ac:spMk id="3" creationId="{537E514C-DB11-619D-CF52-CFBDC2573B4C}"/>
          </ac:spMkLst>
        </pc:spChg>
        <pc:spChg chg="mod">
          <ac:chgData name="Joseph Latocha" userId="cc995122a9ee0f0a" providerId="LiveId" clId="{C42E5760-64E1-4320-8E52-44BECE91221E}" dt="2026-04-30T19:23:01.897" v="3578" actId="20577"/>
          <ac:spMkLst>
            <pc:docMk/>
            <pc:sldMk cId="3846139273" sldId="1780"/>
            <ac:spMk id="4" creationId="{9F8B926A-1DB2-2647-8481-21329A5C2906}"/>
          </ac:spMkLst>
        </pc:spChg>
        <pc:spChg chg="mod">
          <ac:chgData name="Joseph Latocha" userId="cc995122a9ee0f0a" providerId="LiveId" clId="{C42E5760-64E1-4320-8E52-44BECE91221E}" dt="2026-04-30T19:52:29.999" v="4327" actId="1076"/>
          <ac:spMkLst>
            <pc:docMk/>
            <pc:sldMk cId="3846139273" sldId="1780"/>
            <ac:spMk id="8" creationId="{51E64496-2008-4C55-582B-B0DBDBD509B7}"/>
          </ac:spMkLst>
        </pc:spChg>
        <pc:spChg chg="add mod">
          <ac:chgData name="Joseph Latocha" userId="cc995122a9ee0f0a" providerId="LiveId" clId="{C42E5760-64E1-4320-8E52-44BECE91221E}" dt="2026-04-30T19:49:05.901" v="4256" actId="1076"/>
          <ac:spMkLst>
            <pc:docMk/>
            <pc:sldMk cId="3846139273" sldId="1780"/>
            <ac:spMk id="9" creationId="{755F8775-946C-5365-F851-8FDE5114ED90}"/>
          </ac:spMkLst>
        </pc:spChg>
        <pc:spChg chg="add mod">
          <ac:chgData name="Joseph Latocha" userId="cc995122a9ee0f0a" providerId="LiveId" clId="{C42E5760-64E1-4320-8E52-44BECE91221E}" dt="2026-04-30T19:49:05.901" v="4256" actId="1076"/>
          <ac:spMkLst>
            <pc:docMk/>
            <pc:sldMk cId="3846139273" sldId="1780"/>
            <ac:spMk id="10" creationId="{2C3EAAB8-8ABF-6675-A7C6-0EAA0B03B44E}"/>
          </ac:spMkLst>
        </pc:spChg>
        <pc:spChg chg="add mod">
          <ac:chgData name="Joseph Latocha" userId="cc995122a9ee0f0a" providerId="LiveId" clId="{C42E5760-64E1-4320-8E52-44BECE91221E}" dt="2026-04-30T19:49:05.901" v="4256" actId="1076"/>
          <ac:spMkLst>
            <pc:docMk/>
            <pc:sldMk cId="3846139273" sldId="1780"/>
            <ac:spMk id="11" creationId="{1EFA013E-A7CA-B53A-6F00-C3F79B654774}"/>
          </ac:spMkLst>
        </pc:spChg>
        <pc:spChg chg="add mod">
          <ac:chgData name="Joseph Latocha" userId="cc995122a9ee0f0a" providerId="LiveId" clId="{C42E5760-64E1-4320-8E52-44BECE91221E}" dt="2026-04-30T19:49:05.901" v="4256" actId="1076"/>
          <ac:spMkLst>
            <pc:docMk/>
            <pc:sldMk cId="3846139273" sldId="1780"/>
            <ac:spMk id="12" creationId="{64639020-E1F4-CF85-EAE1-EE928AE6F5EB}"/>
          </ac:spMkLst>
        </pc:spChg>
        <pc:graphicFrameChg chg="mod modGraphic">
          <ac:chgData name="Joseph Latocha" userId="cc995122a9ee0f0a" providerId="LiveId" clId="{C42E5760-64E1-4320-8E52-44BECE91221E}" dt="2026-04-30T19:56:38.282" v="4408" actId="2161"/>
          <ac:graphicFrameMkLst>
            <pc:docMk/>
            <pc:sldMk cId="3846139273" sldId="1780"/>
            <ac:graphicFrameMk id="7" creationId="{09EB2B09-95CC-073E-7744-DEB840C98CB9}"/>
          </ac:graphicFrameMkLst>
        </pc:graphicFrameChg>
      </pc:sldChg>
      <pc:sldChg chg="addSp delSp modSp add mod">
        <pc:chgData name="Joseph Latocha" userId="cc995122a9ee0f0a" providerId="LiveId" clId="{C42E5760-64E1-4320-8E52-44BECE91221E}" dt="2026-04-30T20:03:15.569" v="4618" actId="20577"/>
        <pc:sldMkLst>
          <pc:docMk/>
          <pc:sldMk cId="1103616559" sldId="1782"/>
        </pc:sldMkLst>
        <pc:spChg chg="mod">
          <ac:chgData name="Joseph Latocha" userId="cc995122a9ee0f0a" providerId="LiveId" clId="{C42E5760-64E1-4320-8E52-44BECE91221E}" dt="2026-04-30T02:20:56.909" v="124" actId="20577"/>
          <ac:spMkLst>
            <pc:docMk/>
            <pc:sldMk cId="1103616559" sldId="1782"/>
            <ac:spMk id="4" creationId="{07898D3B-DE0A-2EC8-29EB-A525B5C85ED0}"/>
          </ac:spMkLst>
        </pc:spChg>
        <pc:spChg chg="mod">
          <ac:chgData name="Joseph Latocha" userId="cc995122a9ee0f0a" providerId="LiveId" clId="{C42E5760-64E1-4320-8E52-44BECE91221E}" dt="2026-04-30T20:03:15.569" v="4618" actId="20577"/>
          <ac:spMkLst>
            <pc:docMk/>
            <pc:sldMk cId="1103616559" sldId="1782"/>
            <ac:spMk id="8" creationId="{72CFFEB3-C212-D5E8-898F-B696908CA79D}"/>
          </ac:spMkLst>
        </pc:spChg>
        <pc:spChg chg="add mod">
          <ac:chgData name="Joseph Latocha" userId="cc995122a9ee0f0a" providerId="LiveId" clId="{C42E5760-64E1-4320-8E52-44BECE91221E}" dt="2026-04-30T19:53:34.467" v="4368" actId="20577"/>
          <ac:spMkLst>
            <pc:docMk/>
            <pc:sldMk cId="1103616559" sldId="1782"/>
            <ac:spMk id="12" creationId="{9970597D-2327-903A-B5EB-211D69894DEE}"/>
          </ac:spMkLst>
        </pc:spChg>
        <pc:picChg chg="add mod">
          <ac:chgData name="Joseph Latocha" userId="cc995122a9ee0f0a" providerId="LiveId" clId="{C42E5760-64E1-4320-8E52-44BECE91221E}" dt="2026-04-30T19:54:55.413" v="4376" actId="14100"/>
          <ac:picMkLst>
            <pc:docMk/>
            <pc:sldMk cId="1103616559" sldId="1782"/>
            <ac:picMk id="14" creationId="{DD6CCDEB-E57F-A167-F9FC-FDBDA24B4991}"/>
          </ac:picMkLst>
        </pc:picChg>
      </pc:sldChg>
      <pc:sldChg chg="addSp delSp modSp add mod">
        <pc:chgData name="Joseph Latocha" userId="cc995122a9ee0f0a" providerId="LiveId" clId="{C42E5760-64E1-4320-8E52-44BECE91221E}" dt="2026-04-30T19:55:23.076" v="4380" actId="20577"/>
        <pc:sldMkLst>
          <pc:docMk/>
          <pc:sldMk cId="318849058" sldId="1783"/>
        </pc:sldMkLst>
        <pc:spChg chg="mod">
          <ac:chgData name="Joseph Latocha" userId="cc995122a9ee0f0a" providerId="LiveId" clId="{C42E5760-64E1-4320-8E52-44BECE91221E}" dt="2026-04-30T02:20:39.039" v="96" actId="20577"/>
          <ac:spMkLst>
            <pc:docMk/>
            <pc:sldMk cId="318849058" sldId="1783"/>
            <ac:spMk id="4" creationId="{6EBCB549-A70F-DF32-6F44-65E993D9BA08}"/>
          </ac:spMkLst>
        </pc:spChg>
        <pc:spChg chg="mod">
          <ac:chgData name="Joseph Latocha" userId="cc995122a9ee0f0a" providerId="LiveId" clId="{C42E5760-64E1-4320-8E52-44BECE91221E}" dt="2026-04-30T19:55:23.076" v="4380" actId="20577"/>
          <ac:spMkLst>
            <pc:docMk/>
            <pc:sldMk cId="318849058" sldId="1783"/>
            <ac:spMk id="8" creationId="{8B0547BC-0E09-9E0E-09F1-2B4966AC395A}"/>
          </ac:spMkLst>
        </pc:spChg>
        <pc:spChg chg="add mod">
          <ac:chgData name="Joseph Latocha" userId="cc995122a9ee0f0a" providerId="LiveId" clId="{C42E5760-64E1-4320-8E52-44BECE91221E}" dt="2026-04-30T04:54:59.828" v="703" actId="20577"/>
          <ac:spMkLst>
            <pc:docMk/>
            <pc:sldMk cId="318849058" sldId="1783"/>
            <ac:spMk id="10" creationId="{DC31298D-EAB3-E5E6-AA86-1AAD30753798}"/>
          </ac:spMkLst>
        </pc:spChg>
        <pc:picChg chg="add mod">
          <ac:chgData name="Joseph Latocha" userId="cc995122a9ee0f0a" providerId="LiveId" clId="{C42E5760-64E1-4320-8E52-44BECE91221E}" dt="2026-04-30T04:30:17.348" v="645" actId="14100"/>
          <ac:picMkLst>
            <pc:docMk/>
            <pc:sldMk cId="318849058" sldId="1783"/>
            <ac:picMk id="9" creationId="{FF66B557-0E87-1DAF-9E9B-B43C9FDC7766}"/>
          </ac:picMkLst>
        </pc:picChg>
      </pc:sldChg>
      <pc:sldChg chg="addSp delSp modSp add mod">
        <pc:chgData name="Joseph Latocha" userId="cc995122a9ee0f0a" providerId="LiveId" clId="{C42E5760-64E1-4320-8E52-44BECE91221E}" dt="2026-04-30T19:12:54.881" v="3495" actId="20577"/>
        <pc:sldMkLst>
          <pc:docMk/>
          <pc:sldMk cId="415990130" sldId="1784"/>
        </pc:sldMkLst>
        <pc:spChg chg="mod">
          <ac:chgData name="Joseph Latocha" userId="cc995122a9ee0f0a" providerId="LiveId" clId="{C42E5760-64E1-4320-8E52-44BECE91221E}" dt="2026-04-30T19:12:54.881" v="3495" actId="20577"/>
          <ac:spMkLst>
            <pc:docMk/>
            <pc:sldMk cId="415990130" sldId="1784"/>
            <ac:spMk id="4" creationId="{E5131095-9021-7BE9-8BAC-DD44E469EEFA}"/>
          </ac:spMkLst>
        </pc:spChg>
        <pc:picChg chg="add mod">
          <ac:chgData name="Joseph Latocha" userId="cc995122a9ee0f0a" providerId="LiveId" clId="{C42E5760-64E1-4320-8E52-44BECE91221E}" dt="2026-04-30T02:23:44.525" v="197" actId="14100"/>
          <ac:picMkLst>
            <pc:docMk/>
            <pc:sldMk cId="415990130" sldId="1784"/>
            <ac:picMk id="5" creationId="{CCEE379D-57E8-493A-1624-A096C7C59349}"/>
          </ac:picMkLst>
        </pc:picChg>
        <pc:picChg chg="mod">
          <ac:chgData name="Joseph Latocha" userId="cc995122a9ee0f0a" providerId="LiveId" clId="{C42E5760-64E1-4320-8E52-44BECE91221E}" dt="2026-04-30T02:22:49.251" v="191" actId="14100"/>
          <ac:picMkLst>
            <pc:docMk/>
            <pc:sldMk cId="415990130" sldId="1784"/>
            <ac:picMk id="11" creationId="{58BE73E4-E7A8-702B-45F8-9E3015371DD6}"/>
          </ac:picMkLst>
        </pc:picChg>
      </pc:sldChg>
      <pc:sldChg chg="addSp delSp modSp add mod ord">
        <pc:chgData name="Joseph Latocha" userId="cc995122a9ee0f0a" providerId="LiveId" clId="{C42E5760-64E1-4320-8E52-44BECE91221E}" dt="2026-04-30T18:42:02.784" v="3159"/>
        <pc:sldMkLst>
          <pc:docMk/>
          <pc:sldMk cId="3015667004" sldId="1785"/>
        </pc:sldMkLst>
        <pc:spChg chg="mod">
          <ac:chgData name="Joseph Latocha" userId="cc995122a9ee0f0a" providerId="LiveId" clId="{C42E5760-64E1-4320-8E52-44BECE91221E}" dt="2026-04-30T04:08:29.697" v="595" actId="20577"/>
          <ac:spMkLst>
            <pc:docMk/>
            <pc:sldMk cId="3015667004" sldId="1785"/>
            <ac:spMk id="4" creationId="{C02ABFCA-0630-FCE8-03AB-F3F8444C4BD5}"/>
          </ac:spMkLst>
        </pc:spChg>
        <pc:picChg chg="add mod">
          <ac:chgData name="Joseph Latocha" userId="cc995122a9ee0f0a" providerId="LiveId" clId="{C42E5760-64E1-4320-8E52-44BECE91221E}" dt="2026-04-30T04:06:23.088" v="569" actId="14100"/>
          <ac:picMkLst>
            <pc:docMk/>
            <pc:sldMk cId="3015667004" sldId="1785"/>
            <ac:picMk id="7" creationId="{DE194CCA-A116-8A75-17C6-851A53FC7D6E}"/>
          </ac:picMkLst>
        </pc:picChg>
        <pc:picChg chg="add mod">
          <ac:chgData name="Joseph Latocha" userId="cc995122a9ee0f0a" providerId="LiveId" clId="{C42E5760-64E1-4320-8E52-44BECE91221E}" dt="2026-04-30T04:06:20.557" v="568" actId="14100"/>
          <ac:picMkLst>
            <pc:docMk/>
            <pc:sldMk cId="3015667004" sldId="1785"/>
            <ac:picMk id="10" creationId="{ECA0FEBD-02E7-F63A-AEFC-413E224AE6C4}"/>
          </ac:picMkLst>
        </pc:picChg>
      </pc:sldChg>
      <pc:sldChg chg="addSp delSp modSp add mod ord">
        <pc:chgData name="Joseph Latocha" userId="cc995122a9ee0f0a" providerId="LiveId" clId="{C42E5760-64E1-4320-8E52-44BECE91221E}" dt="2026-04-30T19:52:57.237" v="4364" actId="20577"/>
        <pc:sldMkLst>
          <pc:docMk/>
          <pc:sldMk cId="3637267858" sldId="1786"/>
        </pc:sldMkLst>
        <pc:spChg chg="mod">
          <ac:chgData name="Joseph Latocha" userId="cc995122a9ee0f0a" providerId="LiveId" clId="{C42E5760-64E1-4320-8E52-44BECE91221E}" dt="2026-04-30T19:52:57.237" v="4364" actId="20577"/>
          <ac:spMkLst>
            <pc:docMk/>
            <pc:sldMk cId="3637267858" sldId="1786"/>
            <ac:spMk id="4" creationId="{0F6D8E3A-BA00-8B3E-0951-6244E7FF6370}"/>
          </ac:spMkLst>
        </pc:spChg>
        <pc:picChg chg="add mod">
          <ac:chgData name="Joseph Latocha" userId="cc995122a9ee0f0a" providerId="LiveId" clId="{C42E5760-64E1-4320-8E52-44BECE91221E}" dt="2026-04-30T04:07:26.320" v="577" actId="14100"/>
          <ac:picMkLst>
            <pc:docMk/>
            <pc:sldMk cId="3637267858" sldId="1786"/>
            <ac:picMk id="5" creationId="{B642BE0D-CC19-5122-5612-10499355A6BD}"/>
          </ac:picMkLst>
        </pc:picChg>
        <pc:picChg chg="add mod">
          <ac:chgData name="Joseph Latocha" userId="cc995122a9ee0f0a" providerId="LiveId" clId="{C42E5760-64E1-4320-8E52-44BECE91221E}" dt="2026-04-30T04:08:01.792" v="581" actId="1076"/>
          <ac:picMkLst>
            <pc:docMk/>
            <pc:sldMk cId="3637267858" sldId="1786"/>
            <ac:picMk id="8" creationId="{44613E53-0FAA-7353-B071-9CE3C5700F6C}"/>
          </ac:picMkLst>
        </pc:picChg>
      </pc:sldChg>
      <pc:sldChg chg="addSp delSp modSp add mod">
        <pc:chgData name="Joseph Latocha" userId="cc995122a9ee0f0a" providerId="LiveId" clId="{C42E5760-64E1-4320-8E52-44BECE91221E}" dt="2026-04-30T19:52:42.153" v="4350" actId="20577"/>
        <pc:sldMkLst>
          <pc:docMk/>
          <pc:sldMk cId="1474995300" sldId="1787"/>
        </pc:sldMkLst>
        <pc:spChg chg="mod">
          <ac:chgData name="Joseph Latocha" userId="cc995122a9ee0f0a" providerId="LiveId" clId="{C42E5760-64E1-4320-8E52-44BECE91221E}" dt="2026-04-30T19:52:42.153" v="4350" actId="20577"/>
          <ac:spMkLst>
            <pc:docMk/>
            <pc:sldMk cId="1474995300" sldId="1787"/>
            <ac:spMk id="4" creationId="{29AF2F4F-66B4-99CB-6BD8-B163913F63C0}"/>
          </ac:spMkLst>
        </pc:spChg>
        <pc:picChg chg="add mod">
          <ac:chgData name="Joseph Latocha" userId="cc995122a9ee0f0a" providerId="LiveId" clId="{C42E5760-64E1-4320-8E52-44BECE91221E}" dt="2026-04-30T04:57:12.846" v="706" actId="14100"/>
          <ac:picMkLst>
            <pc:docMk/>
            <pc:sldMk cId="1474995300" sldId="1787"/>
            <ac:picMk id="5" creationId="{EA00015F-0258-6EA5-09AA-092599BB7237}"/>
          </ac:picMkLst>
        </pc:picChg>
      </pc:sldChg>
      <pc:sldChg chg="modSp add mod">
        <pc:chgData name="Joseph Latocha" userId="cc995122a9ee0f0a" providerId="LiveId" clId="{C42E5760-64E1-4320-8E52-44BECE91221E}" dt="2026-04-30T21:11:46.403" v="5115" actId="20577"/>
        <pc:sldMkLst>
          <pc:docMk/>
          <pc:sldMk cId="2275382771" sldId="1788"/>
        </pc:sldMkLst>
        <pc:spChg chg="mod">
          <ac:chgData name="Joseph Latocha" userId="cc995122a9ee0f0a" providerId="LiveId" clId="{C42E5760-64E1-4320-8E52-44BECE91221E}" dt="2026-04-30T21:11:46.403" v="5115" actId="20577"/>
          <ac:spMkLst>
            <pc:docMk/>
            <pc:sldMk cId="2275382771" sldId="1788"/>
            <ac:spMk id="3" creationId="{BD04D6EF-A52D-951C-7882-93FE13D481FC}"/>
          </ac:spMkLst>
        </pc:spChg>
        <pc:spChg chg="mod">
          <ac:chgData name="Joseph Latocha" userId="cc995122a9ee0f0a" providerId="LiveId" clId="{C42E5760-64E1-4320-8E52-44BECE91221E}" dt="2026-04-30T19:07:45.340" v="3457" actId="20577"/>
          <ac:spMkLst>
            <pc:docMk/>
            <pc:sldMk cId="2275382771" sldId="1788"/>
            <ac:spMk id="4" creationId="{B84A9521-813C-58DB-E55C-6872AD107970}"/>
          </ac:spMkLst>
        </pc:spChg>
      </pc:sldChg>
      <pc:sldChg chg="delSp modSp add mod">
        <pc:chgData name="Joseph Latocha" userId="cc995122a9ee0f0a" providerId="LiveId" clId="{C42E5760-64E1-4320-8E52-44BECE91221E}" dt="2026-04-30T20:24:34.258" v="5041" actId="20577"/>
        <pc:sldMkLst>
          <pc:docMk/>
          <pc:sldMk cId="2348039451" sldId="1789"/>
        </pc:sldMkLst>
        <pc:spChg chg="mod">
          <ac:chgData name="Joseph Latocha" userId="cc995122a9ee0f0a" providerId="LiveId" clId="{C42E5760-64E1-4320-8E52-44BECE91221E}" dt="2026-04-30T20:24:34.258" v="5041" actId="20577"/>
          <ac:spMkLst>
            <pc:docMk/>
            <pc:sldMk cId="2348039451" sldId="1789"/>
            <ac:spMk id="3" creationId="{AF39D30B-9D91-74CA-2D71-318036C4C4F5}"/>
          </ac:spMkLst>
        </pc:spChg>
        <pc:spChg chg="mod">
          <ac:chgData name="Joseph Latocha" userId="cc995122a9ee0f0a" providerId="LiveId" clId="{C42E5760-64E1-4320-8E52-44BECE91221E}" dt="2026-04-30T20:21:16.623" v="4764" actId="20577"/>
          <ac:spMkLst>
            <pc:docMk/>
            <pc:sldMk cId="2348039451" sldId="1789"/>
            <ac:spMk id="4" creationId="{BAACC73E-BDBF-2929-1153-3AFC0F7C3592}"/>
          </ac:spMkLst>
        </pc:spChg>
        <pc:spChg chg="mod">
          <ac:chgData name="Joseph Latocha" userId="cc995122a9ee0f0a" providerId="LiveId" clId="{C42E5760-64E1-4320-8E52-44BECE91221E}" dt="2026-04-30T20:22:57.582" v="5002" actId="1076"/>
          <ac:spMkLst>
            <pc:docMk/>
            <pc:sldMk cId="2348039451" sldId="1789"/>
            <ac:spMk id="8" creationId="{251ED6D7-C87A-6FAA-83ED-D614C7DD0972}"/>
          </ac:spMkLst>
        </pc:spChg>
        <pc:graphicFrameChg chg="mod">
          <ac:chgData name="Joseph Latocha" userId="cc995122a9ee0f0a" providerId="LiveId" clId="{C42E5760-64E1-4320-8E52-44BECE91221E}" dt="2026-04-30T20:22:57.582" v="5002" actId="1076"/>
          <ac:graphicFrameMkLst>
            <pc:docMk/>
            <pc:sldMk cId="2348039451" sldId="1789"/>
            <ac:graphicFrameMk id="7" creationId="{2CFD4CB5-861F-E648-A295-3F1772F7881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AF191-CE68-8B4F-8E60-7A706B4039A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85086-FD1A-294C-B1DF-7680A6110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9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85086-FD1A-294C-B1DF-7680A6110C7A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73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85086-FD1A-294C-B1DF-7680A6110C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70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000"/>
                </a:solidFill>
                <a:latin typeface="Helvetic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Helvetica"/>
                <a:cs typeface="Helvetic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6.jp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57" y="1"/>
            <a:ext cx="12252960" cy="41900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" y="431766"/>
            <a:ext cx="12235503" cy="0"/>
          </a:xfrm>
          <a:prstGeom prst="line">
            <a:avLst/>
          </a:prstGeom>
          <a:ln w="28575" cmpd="sng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914400" y="538690"/>
            <a:ext cx="10363200" cy="1236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000000"/>
                </a:solidFill>
                <a:latin typeface="Cambria"/>
                <a:ea typeface="+mj-ea"/>
                <a:cs typeface="Cambria"/>
              </a:defRPr>
            </a:lvl1pPr>
          </a:lstStyle>
          <a:p>
            <a:endParaRPr lang="en-US" sz="2400" dirty="0">
              <a:solidFill>
                <a:srgbClr val="FF0000"/>
              </a:solidFill>
              <a:latin typeface="Palatino"/>
              <a:cs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57213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76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97AC7950-78DC-344A-923E-55CEC8EC34B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4030"/>
            <a:ext cx="10972800" cy="4525963"/>
          </a:xfrm>
        </p:spPr>
        <p:txBody>
          <a:bodyPr>
            <a:normAutofit/>
          </a:bodyPr>
          <a:lstStyle>
            <a:lvl1pPr marL="342900" indent="-342900">
              <a:buFont typeface="Andale Mono"/>
              <a:buChar char="▸"/>
              <a:defRPr sz="2400" b="0" i="0">
                <a:latin typeface="Helvetica" pitchFamily="2" charset="0"/>
                <a:cs typeface="Calibri" panose="020F0502020204030204" pitchFamily="34" charset="0"/>
              </a:defRPr>
            </a:lvl1pPr>
            <a:lvl2pPr>
              <a:defRPr sz="2000" b="0" i="0">
                <a:latin typeface="Helvetica" pitchFamily="2" charset="0"/>
                <a:cs typeface="Calibri" panose="020F0502020204030204" pitchFamily="34" charset="0"/>
              </a:defRPr>
            </a:lvl2pPr>
            <a:lvl3pPr>
              <a:defRPr sz="1800" b="0" i="0">
                <a:latin typeface="Helvetica" pitchFamily="2" charset="0"/>
                <a:cs typeface="Calibri" panose="020F0502020204030204" pitchFamily="34" charset="0"/>
              </a:defRPr>
            </a:lvl3pPr>
            <a:lvl4pPr>
              <a:defRPr sz="1600" b="0" i="0">
                <a:latin typeface="Helvetica" pitchFamily="2" charset="0"/>
                <a:cs typeface="Calibri" panose="020F0502020204030204" pitchFamily="34" charset="0"/>
              </a:defRPr>
            </a:lvl4pPr>
            <a:lvl5pPr>
              <a:defRPr sz="1600" b="0" i="0">
                <a:latin typeface="Helvetica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927" y="23850"/>
            <a:ext cx="10938473" cy="731170"/>
          </a:xfrm>
        </p:spPr>
        <p:txBody>
          <a:bodyPr>
            <a:normAutofit/>
          </a:bodyPr>
          <a:lstStyle>
            <a:lvl1pPr algn="l">
              <a:defRPr lang="en-US" sz="3200" b="1" i="0" kern="1200" dirty="0">
                <a:solidFill>
                  <a:srgbClr val="001E62"/>
                </a:solidFill>
                <a:latin typeface="Helvetica"/>
                <a:ea typeface="+mn-ea"/>
                <a:cs typeface="Helvetic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693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51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6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1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3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top sign in front of a building&#10;&#10;Description automatically generated">
            <a:extLst>
              <a:ext uri="{FF2B5EF4-FFF2-40B4-BE49-F238E27FC236}">
                <a16:creationId xmlns:a16="http://schemas.microsoft.com/office/drawing/2014/main" id="{13B4E2CD-258A-D447-A15A-641CFD09D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753" b="127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AE96F-8C19-B84A-9D72-E290801E02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2466" y="3972551"/>
            <a:ext cx="9303986" cy="15817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subhead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CFE74584-2B99-AD46-8276-5D67B3BAFA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2466" y="1903421"/>
            <a:ext cx="9303986" cy="2006600"/>
          </a:xfrm>
        </p:spPr>
        <p:txBody>
          <a:bodyPr anchor="b">
            <a:normAutofit/>
          </a:bodyPr>
          <a:lstStyle>
            <a:lvl1pPr marL="0" indent="0">
              <a:buNone/>
              <a:defRPr sz="7000" b="1" i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808C493-497A-F143-8245-24DF34F59C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5422" y="5965627"/>
            <a:ext cx="32131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0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291690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530" b="1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38788" y="1109315"/>
            <a:ext cx="11145212" cy="509763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176" b="0" i="0" baseline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5" name="Picture 4" descr="master_blueside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203"/>
            <a:ext cx="123152" cy="9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3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538787" y="1441077"/>
            <a:ext cx="11206788" cy="4484594"/>
          </a:xfrm>
          <a:prstGeom prst="rect">
            <a:avLst/>
          </a:prstGeom>
        </p:spPr>
        <p:txBody>
          <a:bodyPr vert="horz"/>
          <a:lstStyle>
            <a:lvl1pPr marL="337072" indent="-337072">
              <a:buFont typeface="Wingdings" panose="05000000000000000000" pitchFamily="2" charset="2"/>
              <a:buChar char="§"/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560538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883" b="1" i="0" baseline="0">
                <a:solidFill>
                  <a:srgbClr val="13294B"/>
                </a:solidFill>
                <a:latin typeface="+mj-lt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</p:spTree>
    <p:extLst>
      <p:ext uri="{BB962C8B-B14F-4D97-AF65-F5344CB8AC3E}">
        <p14:creationId xmlns:p14="http://schemas.microsoft.com/office/powerpoint/2010/main" val="366310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ext and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8051031" y="1418908"/>
            <a:ext cx="3590846" cy="447090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412" i="1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below</a:t>
            </a:r>
          </a:p>
          <a:p>
            <a:pPr lvl="0"/>
            <a:r>
              <a:rPr lang="en-US" dirty="0"/>
              <a:t>to insert media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8787" y="1436838"/>
            <a:ext cx="7219758" cy="4452974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176" b="0" i="0" baseline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7" name="Picture 6" descr="master_blueside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203"/>
            <a:ext cx="123152" cy="918882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560538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883" b="1" i="0" baseline="0">
                <a:solidFill>
                  <a:srgbClr val="13294B"/>
                </a:solidFill>
                <a:latin typeface="+mj-lt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</p:spTree>
    <p:extLst>
      <p:ext uri="{BB962C8B-B14F-4D97-AF65-F5344CB8AC3E}">
        <p14:creationId xmlns:p14="http://schemas.microsoft.com/office/powerpoint/2010/main" val="427853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by-s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538788" y="1436838"/>
            <a:ext cx="5421746" cy="4488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176" b="0" i="0" baseline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7" name="Picture 6" descr="master_blueside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203"/>
            <a:ext cx="123152" cy="918882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145262" y="1436838"/>
            <a:ext cx="5421746" cy="4488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176" b="0" i="0" baseline="0">
                <a:solidFill>
                  <a:srgbClr val="13294B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560538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883" b="1" i="0" baseline="0">
                <a:solidFill>
                  <a:srgbClr val="13294B"/>
                </a:solidFill>
                <a:latin typeface="+mj-lt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</p:spTree>
    <p:extLst>
      <p:ext uri="{BB962C8B-B14F-4D97-AF65-F5344CB8AC3E}">
        <p14:creationId xmlns:p14="http://schemas.microsoft.com/office/powerpoint/2010/main" val="19579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_blueside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4203"/>
            <a:ext cx="123152" cy="918882"/>
          </a:xfrm>
          <a:prstGeom prst="rect">
            <a:avLst/>
          </a:prstGeom>
        </p:spPr>
      </p:pic>
      <p:sp>
        <p:nvSpPr>
          <p:cNvPr id="9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538788" y="1418908"/>
            <a:ext cx="11103088" cy="4497798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12" i="1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below to insert media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788" y="560538"/>
            <a:ext cx="11145212" cy="64129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883" b="1" i="0" baseline="0">
                <a:solidFill>
                  <a:srgbClr val="142958"/>
                </a:solidFill>
                <a:latin typeface="+mj-lt"/>
                <a:cs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Title of slide</a:t>
            </a:r>
          </a:p>
        </p:txBody>
      </p:sp>
    </p:spTree>
    <p:extLst>
      <p:ext uri="{BB962C8B-B14F-4D97-AF65-F5344CB8AC3E}">
        <p14:creationId xmlns:p14="http://schemas.microsoft.com/office/powerpoint/2010/main" val="325976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42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C7950-78DC-344A-923E-55CEC8EC34B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58A2C-5960-159D-1069-11D2724C15E2}"/>
              </a:ext>
            </a:extLst>
          </p:cNvPr>
          <p:cNvSpPr/>
          <p:nvPr userDrawn="1"/>
        </p:nvSpPr>
        <p:spPr>
          <a:xfrm>
            <a:off x="0" y="6669024"/>
            <a:ext cx="1328738" cy="188976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9C95CF-D2D0-FD86-A0CB-C7D3300083BA}"/>
              </a:ext>
            </a:extLst>
          </p:cNvPr>
          <p:cNvSpPr/>
          <p:nvPr userDrawn="1"/>
        </p:nvSpPr>
        <p:spPr>
          <a:xfrm>
            <a:off x="2657476" y="6669024"/>
            <a:ext cx="1328738" cy="188976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B14BEA-60EA-4C8F-434F-73D83EC02E1F}"/>
              </a:ext>
            </a:extLst>
          </p:cNvPr>
          <p:cNvSpPr/>
          <p:nvPr userDrawn="1"/>
        </p:nvSpPr>
        <p:spPr>
          <a:xfrm>
            <a:off x="1328738" y="6669024"/>
            <a:ext cx="1328738" cy="188976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4F7847-B387-3AAC-D315-7ECAC3A15DB0}"/>
              </a:ext>
            </a:extLst>
          </p:cNvPr>
          <p:cNvSpPr/>
          <p:nvPr userDrawn="1"/>
        </p:nvSpPr>
        <p:spPr>
          <a:xfrm>
            <a:off x="3986214" y="6669024"/>
            <a:ext cx="1328738" cy="188976"/>
          </a:xfrm>
          <a:prstGeom prst="rect">
            <a:avLst/>
          </a:prstGeom>
          <a:solidFill>
            <a:srgbClr val="FFB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0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8" r:id="rId5"/>
    <p:sldLayoutId id="2147483679" r:id="rId6"/>
    <p:sldLayoutId id="2147483688" r:id="rId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2800" b="1" kern="1200">
          <a:solidFill>
            <a:srgbClr val="001E62"/>
          </a:solidFill>
          <a:latin typeface="Helvetica"/>
          <a:ea typeface="+mj-ea"/>
          <a:cs typeface="Helvetic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Andale Mono"/>
        <a:buChar char="▹"/>
        <a:defRPr sz="2400" kern="1200">
          <a:solidFill>
            <a:schemeClr val="tx1"/>
          </a:solidFill>
          <a:latin typeface="Helvetica"/>
          <a:ea typeface="+mn-ea"/>
          <a:cs typeface="Helvetica"/>
        </a:defRPr>
      </a:lvl1pPr>
      <a:lvl2pPr marL="742950" indent="-285750" algn="l" defTabSz="457200" rtl="0" eaLnBrk="1" latinLnBrk="0" hangingPunct="1">
        <a:spcBef>
          <a:spcPct val="20000"/>
        </a:spcBef>
        <a:buSzPct val="80000"/>
        <a:buFont typeface="Arial"/>
        <a:buChar char="–"/>
        <a:defRPr sz="2000" kern="1200">
          <a:solidFill>
            <a:schemeClr val="tx1"/>
          </a:solidFill>
          <a:latin typeface="Helvetica"/>
          <a:ea typeface="+mn-ea"/>
          <a:cs typeface="Helvetica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Arial"/>
        <a:buChar char="•"/>
        <a:defRPr sz="1800" kern="1200">
          <a:solidFill>
            <a:schemeClr val="tx1"/>
          </a:solidFill>
          <a:latin typeface="Helvetica"/>
          <a:ea typeface="+mn-ea"/>
          <a:cs typeface="Helvetica"/>
        </a:defRPr>
      </a:lvl3pPr>
      <a:lvl4pPr marL="1600200" indent="-228600" algn="l" defTabSz="457200" rtl="0" eaLnBrk="1" latinLnBrk="0" hangingPunct="1">
        <a:spcBef>
          <a:spcPct val="20000"/>
        </a:spcBef>
        <a:buSzPct val="90000"/>
        <a:buFont typeface="Arial"/>
        <a:buChar char="–"/>
        <a:defRPr sz="1600" kern="1200">
          <a:solidFill>
            <a:schemeClr val="tx1"/>
          </a:solidFill>
          <a:latin typeface="Helvetica"/>
          <a:ea typeface="+mn-ea"/>
          <a:cs typeface="Helvetica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Helvetica"/>
          <a:ea typeface="+mn-ea"/>
          <a:cs typeface="Helvetic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A46CB8-AD1A-4E44-80E3-B3D7A25C23A1}"/>
              </a:ext>
            </a:extLst>
          </p:cNvPr>
          <p:cNvSpPr txBox="1"/>
          <p:nvPr userDrawn="1"/>
        </p:nvSpPr>
        <p:spPr>
          <a:xfrm>
            <a:off x="9955262" y="6512914"/>
            <a:ext cx="2236738" cy="363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8FD7FFC-72B8-4CD4-A07A-18A036915969}" type="slidenum">
              <a:rPr lang="en-US" sz="1765" smtClean="0"/>
              <a:t>‹#›</a:t>
            </a:fld>
            <a:endParaRPr lang="en-US" sz="1765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61F472-114E-2C47-1533-6E5772C64B73}"/>
              </a:ext>
            </a:extLst>
          </p:cNvPr>
          <p:cNvSpPr/>
          <p:nvPr userDrawn="1"/>
        </p:nvSpPr>
        <p:spPr>
          <a:xfrm>
            <a:off x="0" y="6669024"/>
            <a:ext cx="1328738" cy="188976"/>
          </a:xfrm>
          <a:prstGeom prst="rect">
            <a:avLst/>
          </a:prstGeom>
          <a:solidFill>
            <a:srgbClr val="001E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2BC11-67BB-472E-F07A-5B8548197A2F}"/>
              </a:ext>
            </a:extLst>
          </p:cNvPr>
          <p:cNvSpPr/>
          <p:nvPr userDrawn="1"/>
        </p:nvSpPr>
        <p:spPr>
          <a:xfrm>
            <a:off x="2657476" y="6669024"/>
            <a:ext cx="1328738" cy="188976"/>
          </a:xfrm>
          <a:prstGeom prst="rect">
            <a:avLst/>
          </a:prstGeom>
          <a:solidFill>
            <a:srgbClr val="D5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2CE99E-BB12-F9B5-AD6B-89951D42594F}"/>
              </a:ext>
            </a:extLst>
          </p:cNvPr>
          <p:cNvSpPr/>
          <p:nvPr userDrawn="1"/>
        </p:nvSpPr>
        <p:spPr>
          <a:xfrm>
            <a:off x="1328738" y="6669024"/>
            <a:ext cx="1328738" cy="188976"/>
          </a:xfrm>
          <a:prstGeom prst="rect">
            <a:avLst/>
          </a:prstGeom>
          <a:solidFill>
            <a:srgbClr val="41B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60EFB-DE77-9872-3DF6-2B1F27E88FEF}"/>
              </a:ext>
            </a:extLst>
          </p:cNvPr>
          <p:cNvSpPr/>
          <p:nvPr userDrawn="1"/>
        </p:nvSpPr>
        <p:spPr>
          <a:xfrm>
            <a:off x="3986214" y="6669024"/>
            <a:ext cx="1328738" cy="188976"/>
          </a:xfrm>
          <a:prstGeom prst="rect">
            <a:avLst/>
          </a:prstGeom>
          <a:solidFill>
            <a:srgbClr val="FFB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7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hf hdr="0" ftr="0" dt="0"/>
  <p:txStyles>
    <p:titleStyle>
      <a:lvl1pPr algn="ctr" defTabSz="449429" rtl="0" eaLnBrk="1" latinLnBrk="0" hangingPunct="1">
        <a:spcBef>
          <a:spcPct val="0"/>
        </a:spcBef>
        <a:buNone/>
        <a:defRPr sz="4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072" indent="-337072" algn="l" defTabSz="449429" rtl="0" eaLnBrk="1" latinLnBrk="0" hangingPunct="1">
        <a:spcBef>
          <a:spcPct val="20000"/>
        </a:spcBef>
        <a:buFont typeface="Arial"/>
        <a:buChar char="•"/>
        <a:defRPr sz="3176" kern="1200">
          <a:solidFill>
            <a:schemeClr val="tx1"/>
          </a:solidFill>
          <a:latin typeface="+mn-lt"/>
          <a:ea typeface="+mn-ea"/>
          <a:cs typeface="+mn-cs"/>
        </a:defRPr>
      </a:lvl1pPr>
      <a:lvl2pPr marL="730325" indent="-280894" algn="l" defTabSz="449429" rtl="0" eaLnBrk="1" latinLnBrk="0" hangingPunct="1">
        <a:spcBef>
          <a:spcPct val="20000"/>
        </a:spcBef>
        <a:buFont typeface="Arial"/>
        <a:buChar char="–"/>
        <a:defRPr sz="2735" kern="1200">
          <a:solidFill>
            <a:schemeClr val="tx1"/>
          </a:solidFill>
          <a:latin typeface="+mn-lt"/>
          <a:ea typeface="+mn-ea"/>
          <a:cs typeface="+mn-cs"/>
        </a:defRPr>
      </a:lvl2pPr>
      <a:lvl3pPr marL="1123576" indent="-224716" algn="l" defTabSz="449429" rtl="0" eaLnBrk="1" latinLnBrk="0" hangingPunct="1">
        <a:spcBef>
          <a:spcPct val="20000"/>
        </a:spcBef>
        <a:buFont typeface="Arial"/>
        <a:buChar char="•"/>
        <a:defRPr sz="2382" kern="1200">
          <a:solidFill>
            <a:schemeClr val="tx1"/>
          </a:solidFill>
          <a:latin typeface="+mn-lt"/>
          <a:ea typeface="+mn-ea"/>
          <a:cs typeface="+mn-cs"/>
        </a:defRPr>
      </a:lvl3pPr>
      <a:lvl4pPr marL="1573006" indent="-224716" algn="l" defTabSz="449429" rtl="0" eaLnBrk="1" latinLnBrk="0" hangingPunct="1">
        <a:spcBef>
          <a:spcPct val="20000"/>
        </a:spcBef>
        <a:buFont typeface="Arial"/>
        <a:buChar char="–"/>
        <a:defRPr sz="1941" kern="1200">
          <a:solidFill>
            <a:schemeClr val="tx1"/>
          </a:solidFill>
          <a:latin typeface="+mn-lt"/>
          <a:ea typeface="+mn-ea"/>
          <a:cs typeface="+mn-cs"/>
        </a:defRPr>
      </a:lvl4pPr>
      <a:lvl5pPr marL="2022435" indent="-224716" algn="l" defTabSz="449429" rtl="0" eaLnBrk="1" latinLnBrk="0" hangingPunct="1">
        <a:spcBef>
          <a:spcPct val="20000"/>
        </a:spcBef>
        <a:buFont typeface="Arial"/>
        <a:buChar char="»"/>
        <a:defRPr sz="1941" kern="1200">
          <a:solidFill>
            <a:schemeClr val="tx1"/>
          </a:solidFill>
          <a:latin typeface="+mn-lt"/>
          <a:ea typeface="+mn-ea"/>
          <a:cs typeface="+mn-cs"/>
        </a:defRPr>
      </a:lvl5pPr>
      <a:lvl6pPr marL="2471865" indent="-224716" algn="l" defTabSz="449429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6pPr>
      <a:lvl7pPr marL="2921296" indent="-224716" algn="l" defTabSz="449429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7pPr>
      <a:lvl8pPr marL="3370726" indent="-224716" algn="l" defTabSz="449429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8pPr>
      <a:lvl9pPr marL="3820155" indent="-224716" algn="l" defTabSz="449429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429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886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29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7721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151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658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6011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440" algn="l" defTabSz="449429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implement-logic.blogspot.com/2011/08/full-adder-circuit_16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82AAA1-4D05-6E40-ACFD-BB9F825BA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2466" y="3132289"/>
            <a:ext cx="9303986" cy="158173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Adder Architecture Comparisons</a:t>
            </a:r>
          </a:p>
          <a:p>
            <a:r>
              <a:rPr lang="en-US" dirty="0"/>
              <a:t>Using Verilog Simulation</a:t>
            </a:r>
          </a:p>
          <a:p>
            <a:r>
              <a:rPr lang="en-US" sz="3000" dirty="0"/>
              <a:t>Joseph Latocha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06B367-3FCE-1B4B-B146-3CC54DF7A3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2466" y="1041887"/>
            <a:ext cx="9303986" cy="20066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ECE 465</a:t>
            </a:r>
          </a:p>
          <a:p>
            <a:r>
              <a:rPr lang="en-US" dirty="0"/>
              <a:t>Digital Systems Design</a:t>
            </a:r>
          </a:p>
          <a:p>
            <a:r>
              <a:rPr lang="en-US" dirty="0"/>
              <a:t>Fall 2023</a:t>
            </a:r>
          </a:p>
        </p:txBody>
      </p:sp>
    </p:spTree>
    <p:extLst>
      <p:ext uri="{BB962C8B-B14F-4D97-AF65-F5344CB8AC3E}">
        <p14:creationId xmlns:p14="http://schemas.microsoft.com/office/powerpoint/2010/main" val="155928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B55096-D926-C8A2-962D-6A7343C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B36B4-526B-A209-FF76-B063F306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2CA1-569D-BFDB-04D2-766CD90AA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4030"/>
            <a:ext cx="10972800" cy="51485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Digital system addition is a fundamental function of most computing systems.</a:t>
            </a:r>
          </a:p>
          <a:p>
            <a:r>
              <a:rPr lang="en-US" b="1" dirty="0">
                <a:solidFill>
                  <a:srgbClr val="0432FF"/>
                </a:solidFill>
              </a:rPr>
              <a:t>Many different kinds of adder architectures make it an interesting topic of investigation.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Every architecture has its pros and cons.</a:t>
            </a:r>
          </a:p>
          <a:p>
            <a:r>
              <a:rPr lang="en-US" b="1" dirty="0">
                <a:solidFill>
                  <a:srgbClr val="0432FF"/>
                </a:solidFill>
              </a:rPr>
              <a:t>Develop a deeper understanding of coding in Verilog, and investigate the trade-offs in each of the adder architectures.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At the beginning of the semester, I had very little understanding of Verilog, and I wanted to know how I could use Verilog for testing my own future designs to continue my own designs and test these designs on an FPGA.</a:t>
            </a:r>
          </a:p>
        </p:txBody>
      </p:sp>
    </p:spTree>
    <p:extLst>
      <p:ext uri="{BB962C8B-B14F-4D97-AF65-F5344CB8AC3E}">
        <p14:creationId xmlns:p14="http://schemas.microsoft.com/office/powerpoint/2010/main" val="122223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B55096-D926-C8A2-962D-6A7343C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B36B4-526B-A209-FF76-B063F306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2CA1-569D-BFDB-04D2-766CD90AA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4030"/>
            <a:ext cx="10972800" cy="514858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Goals: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To investigate a variety of adder architectures using Verilog and detail their real-world implementation strengths and weaknesses.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Ripple-Carry Adder,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Carry-Lookahead Adder,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Parallel Prefix,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Kogge-Stone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Observe propagation behavior with active clock.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Investigate architectures’ simulation times (clock-cycles) and complexity.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Ensure adder correct calculation operation for each adder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364344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B55096-D926-C8A2-962D-6A7343C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B36B4-526B-A209-FF76-B063F306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Techniques – Ripple Carry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B2CA1-569D-BFDB-04D2-766CD90AAB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4030"/>
                <a:ext cx="10972800" cy="3959763"/>
              </a:xfrm>
            </p:spPr>
            <p:txBody>
              <a:bodyPr>
                <a:normAutofit/>
              </a:bodyPr>
              <a:lstStyle/>
              <a:p>
                <a:r>
                  <a:rPr lang="en-US" sz="2200" b="1" dirty="0">
                    <a:solidFill>
                      <a:srgbClr val="0432FF"/>
                    </a:solidFill>
                  </a:rPr>
                  <a:t>Carry bit is propagated bit-by-bit through the daisy-chained full adder structure,</a:t>
                </a:r>
              </a:p>
              <a:p>
                <a:pPr lvl="1"/>
                <a:r>
                  <a:rPr lang="en-US" b="1" dirty="0">
                    <a:solidFill>
                      <a:srgbClr val="0432FF"/>
                    </a:solidFill>
                  </a:rPr>
                  <a:t>From least significant bit (LSB) to most significant bit (MSB)</a:t>
                </a:r>
              </a:p>
              <a:p>
                <a:r>
                  <a:rPr lang="en-US" sz="2200" b="1" dirty="0">
                    <a:solidFill>
                      <a:srgbClr val="0432FF"/>
                    </a:solidFill>
                  </a:rPr>
                  <a:t>Calculation is done when the appropriate number of clock-cycles has passed</a:t>
                </a:r>
              </a:p>
              <a:p>
                <a:pPr lvl="1"/>
                <a:r>
                  <a:rPr lang="en-US" b="1" dirty="0">
                    <a:solidFill>
                      <a:srgbClr val="0432FF"/>
                    </a:solidFill>
                  </a:rPr>
                  <a:t>This is linearly proportional to the number of bits in the ripple-carry adder structure</a:t>
                </a:r>
              </a:p>
              <a:p>
                <a:pPr lvl="2"/>
                <a:r>
                  <a:rPr lang="en-US" b="1" dirty="0">
                    <a:solidFill>
                      <a:srgbClr val="0432FF"/>
                    </a:solidFill>
                  </a:rPr>
                  <a:t>E.g. 4-bit ripple-carry achieved in 4 clock cycles, 16-bit ripple-carry calculation is accomplished in 16 clock cycles, and N-bit ripple-carry calculation is accomplished in N clock cycles.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𝑟𝑖𝑝𝑝𝑙𝑒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[1]</a:t>
                </a:r>
              </a:p>
              <a:p>
                <a:pPr lvl="1"/>
                <a:r>
                  <a:rPr lang="en-US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Expected time delay of Ripple-Carry adder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B2CA1-569D-BFDB-04D2-766CD90AAB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4030"/>
                <a:ext cx="10972800" cy="3959763"/>
              </a:xfrm>
              <a:blipFill>
                <a:blip r:embed="rId2"/>
                <a:stretch>
                  <a:fillRect l="-833" t="-923" r="-167" b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6DD710F-6790-55F9-F644-B4F1FC445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523" y="4953793"/>
            <a:ext cx="4808637" cy="118882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37BB95B-C8C3-2698-BFC3-F7329840E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165" y="6210024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2: 32-Bit Ripple-Carry Block Diagram [1]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378A73A-5613-B8F1-38D3-BAD2671F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343" y="6362424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1: 1-Bit Full Adder Circuit [2]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 descr="Digital Logic Design: Full Adder Circuit">
            <a:extLst>
              <a:ext uri="{FF2B5EF4-FFF2-40B4-BE49-F238E27FC236}">
                <a16:creationId xmlns:a16="http://schemas.microsoft.com/office/drawing/2014/main" id="{E46C0D50-D6BE-63E3-3DC1-A657DB682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226" y="4996459"/>
            <a:ext cx="2245585" cy="14290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EB68C2C-999F-CCE7-9CC4-7E212A6A0D8A}"/>
              </a:ext>
            </a:extLst>
          </p:cNvPr>
          <p:cNvSpPr/>
          <p:nvPr/>
        </p:nvSpPr>
        <p:spPr bwMode="auto">
          <a:xfrm>
            <a:off x="7097086" y="5457867"/>
            <a:ext cx="671120" cy="369332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>
              <a:noFill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3DD548-0B16-3D4A-B359-97CFEB914DA8}"/>
              </a:ext>
            </a:extLst>
          </p:cNvPr>
          <p:cNvSpPr/>
          <p:nvPr/>
        </p:nvSpPr>
        <p:spPr bwMode="auto">
          <a:xfrm>
            <a:off x="1963024" y="4996459"/>
            <a:ext cx="2407640" cy="1365965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4C70CB-7988-F81A-AAD3-0A0F7CD3D753}"/>
              </a:ext>
            </a:extLst>
          </p:cNvPr>
          <p:cNvCxnSpPr/>
          <p:nvPr/>
        </p:nvCxnSpPr>
        <p:spPr>
          <a:xfrm flipV="1">
            <a:off x="4429387" y="5827199"/>
            <a:ext cx="2608976" cy="196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59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E3B3-7621-8095-2FD5-89F87BBE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FC61B-8287-FD88-9693-FCDFC721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09BEFC-94FE-EFE9-6EDF-E75C5056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Techniques – Carry Look-Ahead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AC6B28-91E5-3A0C-CB20-A27B10CB8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4030"/>
                <a:ext cx="10972800" cy="280618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1" dirty="0">
                    <a:solidFill>
                      <a:srgbClr val="0432FF"/>
                    </a:solidFill>
                  </a:rPr>
                  <a:t>Use of generate and propagate signals completes the carry from an addition bit in parallel to summation process.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432FF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0432FF"/>
                    </a:solidFill>
                  </a:rPr>
                  <a:t>P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432FF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432FF"/>
                  </a:solidFill>
                </a:endParaRPr>
              </a:p>
              <a:p>
                <a:r>
                  <a:rPr lang="en-US" b="1" dirty="0">
                    <a:solidFill>
                      <a:srgbClr val="0432FF"/>
                    </a:solidFill>
                  </a:rPr>
                  <a:t>Propagation delay is significantly reduced compared to ripple-carry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𝐶𝐿𝐴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𝑝𝑔</m:t>
                        </m:r>
                      </m:sub>
                    </m:sSub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𝑝𝑔</m:t>
                        </m:r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𝑏𝑙𝑜𝑐𝑘</m:t>
                        </m:r>
                      </m:sub>
                    </m:sSub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𝐴𝑁𝐷</m:t>
                        </m:r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sub>
                    </m:sSub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[1]</a:t>
                </a:r>
              </a:p>
              <a:p>
                <a:pPr lvl="1"/>
                <a:r>
                  <a:rPr lang="en-US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Expected time delay of Carry-Lookahead adder</a:t>
                </a:r>
              </a:p>
              <a:p>
                <a:endParaRPr lang="en-US" b="1" i="1" dirty="0">
                  <a:solidFill>
                    <a:srgbClr val="0432FF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b="1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AC6B28-91E5-3A0C-CB20-A27B10CB8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4030"/>
                <a:ext cx="10972800" cy="2806183"/>
              </a:xfrm>
              <a:blipFill>
                <a:blip r:embed="rId2"/>
                <a:stretch>
                  <a:fillRect l="-667" t="-3696" b="-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F2917CE-B06E-4B35-C253-B1A9A4336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81" y="3800212"/>
            <a:ext cx="2607781" cy="245224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1D01A31-24F6-EB4C-DD7D-06EB1F2FF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39" y="6133862"/>
            <a:ext cx="430935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3: a)32-Bit Carry-Lookahead Block Diagram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Enlarged Image of 4-bit CLA Block </a:t>
            </a: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43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16DA-3492-8466-51F4-51FBFDA7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E61BFA-DD64-8AA1-4E2D-BBEAC74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CA40C2-02C8-DB55-8C2F-75B9C6A7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Techniques – Parallel Prefix (Sklansky)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2AFEE-3B99-FABC-7197-FF1FC6D39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4030"/>
                <a:ext cx="10972800" cy="514858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rgbClr val="0432FF"/>
                    </a:solidFill>
                  </a:rPr>
                  <a:t>Use of generate and propagate signals completes the carry from an addition bit in parallel to summation process.</a:t>
                </a:r>
              </a:p>
              <a:p>
                <a:r>
                  <a:rPr lang="en-US" b="1" dirty="0">
                    <a:solidFill>
                      <a:srgbClr val="0432FF"/>
                    </a:solidFill>
                  </a:rPr>
                  <a:t>Propagation delay is reduced compared to carry-lookahead by computing generate and propagate signals in more of a tree-structure than Carry-Lookahead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𝑃𝑃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𝑝𝑔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𝑃𝐺</m:t>
                            </m:r>
                            <m: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𝑝𝑟𝑒𝑓𝑖𝑥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𝑋𝑂𝑅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[1]</a:t>
                </a:r>
              </a:p>
              <a:p>
                <a:pPr lvl="1"/>
                <a:r>
                  <a:rPr lang="en-US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Expected time delay of Parallel Prefix adder</a:t>
                </a:r>
              </a:p>
              <a:p>
                <a:endParaRPr lang="en-US" b="1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2AFEE-3B99-FABC-7197-FF1FC6D39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4030"/>
                <a:ext cx="10972800" cy="5148586"/>
              </a:xfrm>
              <a:blipFill>
                <a:blip r:embed="rId2"/>
                <a:stretch>
                  <a:fillRect l="-833" t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>
            <a:extLst>
              <a:ext uri="{FF2B5EF4-FFF2-40B4-BE49-F238E27FC236}">
                <a16:creationId xmlns:a16="http://schemas.microsoft.com/office/drawing/2014/main" id="{0C091099-416A-A7D5-8BF2-6E1D59D1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53" y="6364694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4: 16-Bit Parallel Prefix Adder, Red lines denote critical path [1]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425E9C-803D-69AC-34D5-C7C983175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256" y="4296133"/>
            <a:ext cx="3297862" cy="1567837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FFF76192-C750-6329-57F0-A424A44A7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511" y="5927172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5: 16-Bit Parallel Prefix Adder Legend [1]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AADDE7-728F-2049-408B-6A91425B4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436" y="4066525"/>
            <a:ext cx="3977985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1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1F707-9538-EB51-BA1D-E0777C10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12A4B-041A-3015-DD22-F966086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C06C0C-9D14-0104-ADA2-17A26BEC2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Techniques – Parallel Prefix (Kogge-Stone)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A29AC-4187-FD57-5E3C-613933FDC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4030"/>
                <a:ext cx="10972800" cy="344374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rgbClr val="0432FF"/>
                    </a:solidFill>
                  </a:rPr>
                  <a:t>Use of generate and propagate signals completes the carry from an addition bit in parallel to summation process.</a:t>
                </a:r>
              </a:p>
              <a:p>
                <a:r>
                  <a:rPr lang="en-US" b="1" dirty="0">
                    <a:solidFill>
                      <a:srgbClr val="0432FF"/>
                    </a:solidFill>
                  </a:rPr>
                  <a:t>Propagation delay is reduced compared to carry-lookahead by computing generate and propagate signals in more of a tree-structure than Carry-Lookahead</a:t>
                </a:r>
              </a:p>
              <a:p>
                <a:r>
                  <a:rPr lang="en-US" b="1" dirty="0">
                    <a:solidFill>
                      <a:srgbClr val="0432FF"/>
                    </a:solidFill>
                  </a:rPr>
                  <a:t>Critical path for computation is lessened by more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𝐾𝑆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𝑝𝑔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𝑃𝐺</m:t>
                            </m:r>
                            <m: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𝑝𝑟𝑒𝑓𝑖𝑥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𝑋𝑂𝑅</m:t>
                        </m:r>
                      </m:sub>
                    </m:sSub>
                    <m:r>
                      <a:rPr 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[1]</a:t>
                </a:r>
              </a:p>
              <a:p>
                <a:pPr lvl="1"/>
                <a:r>
                  <a:rPr lang="en-US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Expected time delay of Kogge-Stone adder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A29AC-4187-FD57-5E3C-613933FDC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4030"/>
                <a:ext cx="10972800" cy="3443746"/>
              </a:xfrm>
              <a:blipFill>
                <a:blip r:embed="rId2"/>
                <a:stretch>
                  <a:fillRect l="-833" t="-1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0A670AF8-340E-B89F-55C5-C34EAEEA5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02" y="6277432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6: 16-Bit Kogge-Stone Adder, red is critical path [3]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373C9C-6AEB-E6AC-54B9-98B05CA19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52" y="4387508"/>
            <a:ext cx="3947502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23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8978E9-5346-C51F-A2E5-E895DD2D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1EEEA5-48E9-3B4B-BDB8-9C330235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Ripple Carry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D7D36AE-91CD-8196-5ED7-448004124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486" y="2260453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7: Ripple Carry Adder GTK Waveforms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DB7EE5-9722-2C95-F3F8-460EF14DA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62" y="2772064"/>
            <a:ext cx="10972800" cy="402544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Test Cases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32’b 01+32’b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occurs in 1-clock cycle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32’b 0110+ 32’b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occurs after 1-clock cycle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32’b 0111+ 32’b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obtained after 4-clock cycles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32’b 1+ 32’h FFFFFFFF(worst-case)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obtained after 32-clock cycles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F7D0DB7-7E86-7C62-298E-C492DD6B3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212"/>
            <a:ext cx="12192000" cy="131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8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48DD-BCAC-44A4-730C-2212CFF2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1E7EDD-476E-2A5E-994F-29630595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2ABFCA-0630-FCE8-03AB-F3F8444C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Ripple Carry – Worst Case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194CCA-A116-8A75-17C6-851A53FC7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5" y="755020"/>
            <a:ext cx="5807877" cy="572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A0FEBD-02E7-F63A-AEFC-413E224AE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974" y="755020"/>
            <a:ext cx="5752754" cy="57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6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F6CA7-9633-AB03-C07C-18F03D9F7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3DDB2C-EFC2-3B92-7587-16C38FA6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6D8E3A-BA00-8B3E-0951-6244E7FF6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Ripple Carry – Worst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2BE0D-CC19-5122-5612-10499355A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6" y="649415"/>
            <a:ext cx="5840426" cy="59490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613E53-0FAA-7353-B071-9CE3C5700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490" y="649415"/>
            <a:ext cx="5840424" cy="384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6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F1FD-DA7C-2E22-BB8F-265B3CB25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71FE1-F218-8B25-F309-B6941A76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BCB549-A70F-DF32-6F44-65E993D9B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CLA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B0547BC-0E09-9E0E-09F1-2B4966AC3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9703" y="2196248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8: Carry-Look Ahead Adder GTK Waveforms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66B557-0E87-1DAF-9E9B-B43C9FDC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0" y="817327"/>
            <a:ext cx="11935838" cy="131661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31298D-EAB3-E5E6-AA86-1AAD30753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62" y="2772064"/>
            <a:ext cx="10972800" cy="38804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Test Cases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32’b 01+32’b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occurs in 1-clock cycle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32’b 0110+ 32’b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occurs after 1-clock cycle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32’b 0111+ 32’b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obtained after 1-clock cycles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32’b 1+ 32’h FFFFFFFF(worst-case)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obtained after 1-clock cycles</a:t>
            </a:r>
          </a:p>
        </p:txBody>
      </p:sp>
    </p:spTree>
    <p:extLst>
      <p:ext uri="{BB962C8B-B14F-4D97-AF65-F5344CB8AC3E}">
        <p14:creationId xmlns:p14="http://schemas.microsoft.com/office/powerpoint/2010/main" val="318849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A470E-26EF-B3FF-D4D9-761473EF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9398A2-BB91-A06B-3B60-1D5F3938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AF2F4F-66B4-99CB-6BD8-B163913F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CLA – Terminal Print 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0015F-0258-6EA5-09AA-092599BB7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3" y="755020"/>
            <a:ext cx="11878811" cy="170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95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9EA8A-F36C-1D0D-6401-0E6C79EF6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CAA21F-F7ED-9F8B-E75E-587547B8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898D3B-DE0A-2EC8-29EB-A525B5C8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Parallel Prefix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CFFEB3-C212-D5E8-898F-B696908CA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324" y="2386072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9: GTK Wave Output for Parallel Prefix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970597D-2327-903A-B5EB-211D69894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62" y="2772064"/>
            <a:ext cx="10972800" cy="38804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Test Cases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16’b 01+16’b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occurs in 1-clock cycle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16’b 0110+ 16’b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occurs after 1-clock cycle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16’b 0111+ 16’b 01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obtained after 1-clock cycles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16’b 1+ 16’h FFFF(worst-case)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Final result obtained after 1-clock cycles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6CCDEB-E57F-A167-F9FC-FDBDA24B4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70" y="755020"/>
            <a:ext cx="12012392" cy="163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16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9BA0D-362A-628A-1533-C414A3A5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FF3408-BE6C-CD5E-A212-48F3FE92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131095-9021-7BE9-8BAC-DD44E469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Parallel Prefix – Terminal Print Out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BE73E4-E7A8-702B-45F8-9E301537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4" y="846306"/>
            <a:ext cx="5988996" cy="5735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EE379D-57E8-493A-1624-A096C7C59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571" y="846306"/>
            <a:ext cx="5837426" cy="573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0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00041-5BD0-7204-CFFA-77ADE081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AC77ED-CA57-62EA-EEBD-83F19095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9EB2B09-95CC-073E-7744-DEB840C98C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50844"/>
              </p:ext>
            </p:extLst>
          </p:nvPr>
        </p:nvGraphicFramePr>
        <p:xfrm>
          <a:off x="2407534" y="4146247"/>
          <a:ext cx="6813615" cy="16723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0667">
                  <a:extLst>
                    <a:ext uri="{9D8B030D-6E8A-4147-A177-3AD203B41FA5}">
                      <a16:colId xmlns:a16="http://schemas.microsoft.com/office/drawing/2014/main" val="1543629402"/>
                    </a:ext>
                  </a:extLst>
                </a:gridCol>
                <a:gridCol w="1502468">
                  <a:extLst>
                    <a:ext uri="{9D8B030D-6E8A-4147-A177-3AD203B41FA5}">
                      <a16:colId xmlns:a16="http://schemas.microsoft.com/office/drawing/2014/main" val="3053243214"/>
                    </a:ext>
                  </a:extLst>
                </a:gridCol>
                <a:gridCol w="1633469">
                  <a:extLst>
                    <a:ext uri="{9D8B030D-6E8A-4147-A177-3AD203B41FA5}">
                      <a16:colId xmlns:a16="http://schemas.microsoft.com/office/drawing/2014/main" val="3357382709"/>
                    </a:ext>
                  </a:extLst>
                </a:gridCol>
                <a:gridCol w="1897011">
                  <a:extLst>
                    <a:ext uri="{9D8B030D-6E8A-4147-A177-3AD203B41FA5}">
                      <a16:colId xmlns:a16="http://schemas.microsoft.com/office/drawing/2014/main" val="3601579681"/>
                    </a:ext>
                  </a:extLst>
                </a:gridCol>
              </a:tblGrid>
              <a:tr h="7727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Adder Topology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Simulation Time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(clock cycles)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Hardware Cost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 (number of gates)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Complexity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(coding cost)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3255020"/>
                  </a:ext>
                </a:extLst>
              </a:tr>
              <a:tr h="2971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Ripple-Carry (32-bit)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160 gates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5298942"/>
                  </a:ext>
                </a:extLst>
              </a:tr>
              <a:tr h="3557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Carry Look Ahead (32-bit)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192 gates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763924"/>
                  </a:ext>
                </a:extLst>
              </a:tr>
              <a:tr h="2465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Parallel Prefix (16-bit)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162 gates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4604534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F8B926A-1DB2-2647-8481-21329A5C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Combined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1E64496-2008-4C55-582B-B0DBDBD50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407" y="5929360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1: Adder Topologies and Their Simulation Time, Hardware Cost</a:t>
            </a:r>
            <a:r>
              <a:rPr lang="en-US" altLang="en-US" sz="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Coding Difficulty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E514C-DB11-619D-CF52-CFBDC2573B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495" y="967318"/>
                <a:ext cx="11960506" cy="34437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ndale Mono"/>
                  <a:buChar char="▸"/>
                  <a:defRPr sz="2400" b="0" i="0" kern="120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Calibri" panose="020F0502020204030204" pitchFamily="34" charset="0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SzPct val="80000"/>
                  <a:buFont typeface="Arial"/>
                  <a:buChar char="–"/>
                  <a:defRPr sz="2000" b="0" i="0" kern="120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Calibri" panose="020F0502020204030204" pitchFamily="34" charset="0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Clr>
                    <a:schemeClr val="tx1">
                      <a:lumMod val="50000"/>
                      <a:lumOff val="50000"/>
                    </a:schemeClr>
                  </a:buClr>
                  <a:buFont typeface="Arial"/>
                  <a:buChar char="•"/>
                  <a:defRPr sz="1800" b="0" i="0" kern="120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Calibri" panose="020F0502020204030204" pitchFamily="34" charset="0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SzPct val="90000"/>
                  <a:buFont typeface="Arial"/>
                  <a:buChar char="–"/>
                  <a:defRPr sz="1600" b="0" i="0" kern="120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Calibri" panose="020F0502020204030204" pitchFamily="34" charset="0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1600" b="0" i="0" kern="1200">
                    <a:solidFill>
                      <a:schemeClr val="tx1"/>
                    </a:solidFill>
                    <a:latin typeface="Helvetica" pitchFamily="2" charset="0"/>
                    <a:ea typeface="+mn-ea"/>
                    <a:cs typeface="Calibri" panose="020F050202020403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200" b="1" dirty="0">
                    <a:solidFill>
                      <a:srgbClr val="0432FF"/>
                    </a:solidFill>
                  </a:rPr>
                  <a:t>Full Adder hardware cost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𝒃𝒊𝒕𝒔</m:t>
                        </m:r>
                      </m:e>
                    </m:d>
                    <m:r>
                      <a:rPr lang="en-US" sz="2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𝑿𝑶𝑹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𝑨𝑵𝑫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𝑶𝑹</m:t>
                            </m:r>
                          </m:e>
                        </m:d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𝒈𝒂𝒕𝒆𝒔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𝒃𝒊𝒕</m:t>
                        </m:r>
                      </m:den>
                    </m:f>
                    <m:r>
                      <a:rPr lang="en-US" sz="2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=160 gates</a:t>
                </a:r>
              </a:p>
              <a:p>
                <a:r>
                  <a:rPr lang="en-US" sz="22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CLA hardware cost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𝒃𝒊𝒕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sz="22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𝑿𝑶𝑹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𝑨𝑵𝑫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𝑶𝑹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𝑨𝑵𝑫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𝑶𝑹</m:t>
                        </m:r>
                      </m:e>
                    </m:d>
                  </m:oMath>
                </a14:m>
                <a:r>
                  <a:rPr lang="en-US" sz="22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= 192 gates</a:t>
                </a:r>
              </a:p>
              <a:p>
                <a:pPr marL="457200" lvl="1" indent="0">
                  <a:buNone/>
                </a:pPr>
                <a:r>
                  <a:rPr lang="en-US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                                                               Sum         Gen        Prop               Carry</a:t>
                </a:r>
              </a:p>
              <a:p>
                <a:r>
                  <a:rPr lang="en-US" sz="2200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PP (</a:t>
                </a:r>
                <a:r>
                  <a:rPr lang="en-US" sz="2200" b="1" dirty="0" err="1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Sklansky</a:t>
                </a:r>
                <a:r>
                  <a:rPr lang="en-US" sz="2200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16-bit) hardware cost </a:t>
                </a:r>
                <a:r>
                  <a:rPr lang="en-US" sz="22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𝑷𝒓𝒆𝒄𝒐𝒎𝒑</m:t>
                        </m:r>
                      </m:e>
                    </m:d>
                    <m:r>
                      <a:rPr lang="en-US" sz="22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𝑶𝑹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𝑨𝑵𝑫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𝟑𝟐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𝑷𝒓𝒆𝒇𝒊𝒙</m:t>
                            </m:r>
                          </m:e>
                        </m:d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𝑨𝑵𝑫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𝑶𝑹</m:t>
                        </m:r>
                      </m:e>
                    </m:d>
                    <m:r>
                      <a:rPr lang="en-US" sz="2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𝟏𝟔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𝑷𝒐𝒔𝒕𝒄𝒐𝒎𝒑</m:t>
                        </m:r>
                      </m:e>
                    </m:d>
                    <m:r>
                      <a:rPr lang="en-US" sz="2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𝑿𝑶𝑹</m:t>
                        </m:r>
                      </m:e>
                    </m:d>
                    <m:r>
                      <a:rPr lang="en-US" sz="2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𝒈𝒂𝒕𝒆𝒔</m:t>
                    </m:r>
                    <m:r>
                      <a:rPr lang="en-US" sz="2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𝒃𝒊𝒕</m:t>
                    </m:r>
                  </m:oMath>
                </a14:m>
                <a:r>
                  <a:rPr lang="en-US" sz="2200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= 162 gates</a:t>
                </a:r>
              </a:p>
              <a:p>
                <a:r>
                  <a:rPr lang="en-US" sz="2200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PP (</a:t>
                </a:r>
                <a:r>
                  <a:rPr lang="en-US" sz="2200" b="1" dirty="0" err="1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Sklansky</a:t>
                </a:r>
                <a:r>
                  <a:rPr lang="en-US" sz="2200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32-bit) hardware cost </a:t>
                </a:r>
                <a:r>
                  <a:rPr lang="en-US" sz="22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𝟑𝟑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𝑷𝒓𝒆𝒄𝒐𝒎𝒑</m:t>
                        </m:r>
                      </m:e>
                    </m:d>
                    <m:r>
                      <a:rPr lang="en-US" sz="22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𝑶𝑹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𝑨𝑵𝑫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)+</m:t>
                        </m:r>
                        <m:d>
                          <m:dPr>
                            <m:ctrlPr>
                              <a:rPr lang="en-US" sz="2200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𝟖𝟎</m:t>
                            </m:r>
                            <m:r>
                              <a:rPr lang="en-US" sz="2200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1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𝑷𝒓𝒆𝒇𝒊𝒙</m:t>
                            </m:r>
                          </m:e>
                        </m:d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𝑨𝑵𝑫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𝑶𝑹</m:t>
                        </m:r>
                      </m:e>
                    </m:d>
                    <m:r>
                      <a:rPr lang="en-US" sz="22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𝟑𝟐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𝑷𝒐𝒔𝒕𝒄𝒐𝒎𝒑</m:t>
                        </m:r>
                      </m:e>
                    </m:d>
                    <m:r>
                      <a:rPr lang="en-US" sz="22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𝑿𝑶𝑹</m:t>
                        </m:r>
                      </m:e>
                    </m:d>
                    <m:r>
                      <a:rPr lang="en-US" sz="22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𝒈𝒂𝒕𝒆𝒔</m:t>
                    </m:r>
                    <m:r>
                      <a:rPr lang="en-US" sz="22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2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𝒃𝒊𝒕</m:t>
                    </m:r>
                  </m:oMath>
                </a14:m>
                <a:r>
                  <a:rPr lang="en-US" sz="2200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= 370 gates</a:t>
                </a:r>
              </a:p>
              <a:p>
                <a:pPr lvl="1"/>
                <a:r>
                  <a:rPr lang="en-US" sz="1800" b="1" dirty="0">
                    <a:solidFill>
                      <a:srgbClr val="0432FF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Note: All hardware costs displayed represent 2-input gates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E514C-DB11-619D-CF52-CFBDC2573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95" y="967318"/>
                <a:ext cx="11960506" cy="3443746"/>
              </a:xfrm>
              <a:prstGeom prst="rect">
                <a:avLst/>
              </a:prstGeom>
              <a:blipFill>
                <a:blip r:embed="rId2"/>
                <a:stretch>
                  <a:fillRect l="-663" b="-6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5F8775-946C-5365-F851-8FDE5114ED90}"/>
              </a:ext>
            </a:extLst>
          </p:cNvPr>
          <p:cNvSpPr/>
          <p:nvPr/>
        </p:nvSpPr>
        <p:spPr bwMode="auto">
          <a:xfrm>
            <a:off x="5117011" y="1582230"/>
            <a:ext cx="898072" cy="359229"/>
          </a:xfrm>
          <a:prstGeom prst="round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3EAAB8-8ABF-6675-A7C6-0EAA0B03B44E}"/>
              </a:ext>
            </a:extLst>
          </p:cNvPr>
          <p:cNvSpPr/>
          <p:nvPr/>
        </p:nvSpPr>
        <p:spPr bwMode="auto">
          <a:xfrm>
            <a:off x="6249126" y="1593115"/>
            <a:ext cx="898072" cy="359229"/>
          </a:xfrm>
          <a:prstGeom prst="round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FA013E-A7CA-B53A-6F00-C3F79B654774}"/>
              </a:ext>
            </a:extLst>
          </p:cNvPr>
          <p:cNvSpPr/>
          <p:nvPr/>
        </p:nvSpPr>
        <p:spPr bwMode="auto">
          <a:xfrm>
            <a:off x="7442200" y="1593115"/>
            <a:ext cx="708660" cy="359229"/>
          </a:xfrm>
          <a:prstGeom prst="round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639020-E1F4-CF85-EAE1-EE928AE6F5EB}"/>
              </a:ext>
            </a:extLst>
          </p:cNvPr>
          <p:cNvSpPr/>
          <p:nvPr/>
        </p:nvSpPr>
        <p:spPr bwMode="auto">
          <a:xfrm>
            <a:off x="8432800" y="1582230"/>
            <a:ext cx="1828800" cy="359229"/>
          </a:xfrm>
          <a:prstGeom prst="round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39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231D-8C47-5952-513B-F7461540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5B7E36-B184-26EC-CFC7-CC5C29EF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CFD4CB5-861F-E648-A295-3F1772F788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455285"/>
              </p:ext>
            </p:extLst>
          </p:nvPr>
        </p:nvGraphicFramePr>
        <p:xfrm>
          <a:off x="2290088" y="2174943"/>
          <a:ext cx="6813615" cy="16723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0667">
                  <a:extLst>
                    <a:ext uri="{9D8B030D-6E8A-4147-A177-3AD203B41FA5}">
                      <a16:colId xmlns:a16="http://schemas.microsoft.com/office/drawing/2014/main" val="1543629402"/>
                    </a:ext>
                  </a:extLst>
                </a:gridCol>
                <a:gridCol w="1502468">
                  <a:extLst>
                    <a:ext uri="{9D8B030D-6E8A-4147-A177-3AD203B41FA5}">
                      <a16:colId xmlns:a16="http://schemas.microsoft.com/office/drawing/2014/main" val="3053243214"/>
                    </a:ext>
                  </a:extLst>
                </a:gridCol>
                <a:gridCol w="1633469">
                  <a:extLst>
                    <a:ext uri="{9D8B030D-6E8A-4147-A177-3AD203B41FA5}">
                      <a16:colId xmlns:a16="http://schemas.microsoft.com/office/drawing/2014/main" val="3357382709"/>
                    </a:ext>
                  </a:extLst>
                </a:gridCol>
                <a:gridCol w="1897011">
                  <a:extLst>
                    <a:ext uri="{9D8B030D-6E8A-4147-A177-3AD203B41FA5}">
                      <a16:colId xmlns:a16="http://schemas.microsoft.com/office/drawing/2014/main" val="3601579681"/>
                    </a:ext>
                  </a:extLst>
                </a:gridCol>
              </a:tblGrid>
              <a:tr h="7727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Adder Topology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Simulation Time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(clock cycles)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Hardware Cost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 (number of gates)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Complexity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(coding cost)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3255020"/>
                  </a:ext>
                </a:extLst>
              </a:tr>
              <a:tr h="2971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Ripple-Carry (32-bit)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160 gates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5298942"/>
                  </a:ext>
                </a:extLst>
              </a:tr>
              <a:tr h="3557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Carry Look Ahead (32-bit)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192 gates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763924"/>
                  </a:ext>
                </a:extLst>
              </a:tr>
              <a:tr h="2465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Parallel Prefix (16-bit)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162 gates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4604534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BAACC73E-BDBF-2929-1153-3AFC0F7C3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Deviation From Expected Results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51ED6D7-C87A-6FAA-83ED-D614C7DD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961" y="3958056"/>
            <a:ext cx="43093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1: Adder Topologies and Their Simulation Time, Hardware Cost</a:t>
            </a:r>
            <a:r>
              <a:rPr lang="en-US" altLang="en-US" sz="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Coding Difficulty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D30B-9D91-74CA-2D71-318036C4C4F5}"/>
              </a:ext>
            </a:extLst>
          </p:cNvPr>
          <p:cNvSpPr txBox="1">
            <a:spLocks/>
          </p:cNvSpPr>
          <p:nvPr/>
        </p:nvSpPr>
        <p:spPr>
          <a:xfrm>
            <a:off x="231495" y="967318"/>
            <a:ext cx="11960506" cy="731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ndale Mono"/>
              <a:buChar char="▸"/>
              <a:defRPr sz="24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Calibri" panose="020F050202020403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SzPct val="80000"/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SzPct val="90000"/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chemeClr val="tx1"/>
                </a:solidFill>
                <a:latin typeface="Helvetica" pitchFamily="2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432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Expected the CLA adder to reach its final result after 4 clock-cycles, but the result was obtained in one.</a:t>
            </a:r>
          </a:p>
          <a:p>
            <a:pPr lvl="1"/>
            <a:r>
              <a:rPr lang="en-US" sz="1400" b="1" dirty="0">
                <a:solidFill>
                  <a:srgbClr val="0432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This means the CLA may have been inadvertently created with 1-bit ripple carry blocks.</a:t>
            </a:r>
          </a:p>
        </p:txBody>
      </p:sp>
    </p:spTree>
    <p:extLst>
      <p:ext uri="{BB962C8B-B14F-4D97-AF65-F5344CB8AC3E}">
        <p14:creationId xmlns:p14="http://schemas.microsoft.com/office/powerpoint/2010/main" val="2348039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8978E9-5346-C51F-A2E5-E895DD2D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13DB2-4C99-427D-DD53-B2A7DD116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432FF"/>
                </a:solidFill>
              </a:rPr>
              <a:t>Ripple-Carry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Slowest Adder in terms of simulation time (clock-cycles)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Lowest Hardware cost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Very easy to code</a:t>
            </a:r>
          </a:p>
          <a:p>
            <a:r>
              <a:rPr lang="en-US" b="1" dirty="0">
                <a:solidFill>
                  <a:srgbClr val="0432FF"/>
                </a:solidFill>
              </a:rPr>
              <a:t>Carry-Lookahead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Tied for simulation time (clock-cycles), but propagation delay should be investigated more thoroughly to determine actual simulation time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Implementation in Verilog was harder than the Ripple-Carry, but easier than the parallel prefix (Sklansky)</a:t>
            </a:r>
          </a:p>
          <a:p>
            <a:r>
              <a:rPr lang="en-US" b="1" dirty="0">
                <a:solidFill>
                  <a:srgbClr val="0432FF"/>
                </a:solidFill>
              </a:rPr>
              <a:t>Parallel-Prefix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Tied for simulation time (clock cycles) with CLA 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Most difficult to implement in Verilog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1EEEA5-48E9-3B4B-BDB8-9C330235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193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9F438-FF67-B25C-C953-58ED4660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AD315-53A5-BE2C-5244-E6463771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C7950-78DC-344A-923E-55CEC8EC34B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4D6EF-A52D-951C-7882-93FE13D48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[1] D. M. Harris and S. L. Harris, </a:t>
            </a:r>
            <a:r>
              <a:rPr lang="en-US" i="1" dirty="0"/>
              <a:t>Digital Design and Computer Architecture</a:t>
            </a:r>
            <a:r>
              <a:rPr lang="en-US" dirty="0"/>
              <a:t>, 2nd ed. San Francisco, CA, USA: Morgan Kaufmann, 2012.</a:t>
            </a:r>
            <a:br>
              <a:rPr lang="en-US" dirty="0"/>
            </a:br>
            <a:r>
              <a:rPr lang="en-US" dirty="0"/>
              <a:t>[2] “Full Adder Circuit,” </a:t>
            </a:r>
            <a:r>
              <a:rPr lang="en-US" i="1" dirty="0"/>
              <a:t>Implement Logic</a:t>
            </a:r>
            <a:r>
              <a:rPr lang="en-US" dirty="0"/>
              <a:t>, Aug. 16, 2011. [Online]. Available: </a:t>
            </a:r>
            <a:r>
              <a:rPr lang="en-US" dirty="0">
                <a:hlinkClick r:id="rId2"/>
              </a:rPr>
              <a:t>https://implement-logic.blogspot.com/2011/08/full-adder-circuit_16.html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[3] D. Harris, “A taxonomy of parallel prefix networks,” in </a:t>
            </a:r>
            <a:r>
              <a:rPr lang="en-US" i="1" dirty="0"/>
              <a:t>Proc. IEEE Symposium on Computer Arithmetic</a:t>
            </a:r>
            <a:r>
              <a:rPr lang="en-US" dirty="0"/>
              <a:t>, 2003.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4A9521-813C-58DB-E55C-6872AD10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5382771"/>
      </p:ext>
    </p:extLst>
  </p:cSld>
  <p:clrMapOvr>
    <a:masterClrMapping/>
  </p:clrMapOvr>
</p:sld>
</file>

<file path=ppt/theme/theme1.xml><?xml version="1.0" encoding="utf-8"?>
<a:theme xmlns:a="http://schemas.openxmlformats.org/drawingml/2006/main" name="zhang-heterocl-0302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enesis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1"/>
          </a:solidFill>
          <a:miter lim="800000"/>
          <a:headEnd/>
          <a:tailEnd/>
        </a:ln>
        <a:effectLst/>
      </a:spPr>
      <a:bodyPr wrap="square" rtlCol="0" anchor="ctr">
        <a:spAutoFit/>
      </a:bodyPr>
      <a:lstStyle>
        <a:defPPr algn="ctr">
          <a:defRPr/>
        </a:defPPr>
      </a:lstStyle>
    </a:spDef>
    <a:lnDef>
      <a:spPr>
        <a:ln>
          <a:solidFill>
            <a:schemeClr val="tx1"/>
          </a:solidFill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.pptx" id="{54509EDD-BF50-4108-847A-4CC90CDBB115}" vid="{6A777683-8F90-42D1-8D03-26FDFCA003BC}"/>
    </a:ext>
  </a:extLst>
</a:theme>
</file>

<file path=ppt/theme/theme2.xml><?xml version="1.0" encoding="utf-8"?>
<a:theme xmlns:a="http://schemas.openxmlformats.org/drawingml/2006/main" name="Content Slides - Blue Tex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bjitStyl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65E6AB8-79E5-4886-9576-8B567B9460D4}" vid="{40EE79D4-B91C-4FE6-A11E-918B1362A5D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41848</TotalTime>
  <Words>1219</Words>
  <Application>Microsoft Office PowerPoint</Application>
  <PresentationFormat>Widescreen</PresentationFormat>
  <Paragraphs>176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Andale Mono</vt:lpstr>
      <vt:lpstr>Arial</vt:lpstr>
      <vt:lpstr>Calibri</vt:lpstr>
      <vt:lpstr>Calisto MT</vt:lpstr>
      <vt:lpstr>Cambria Math</vt:lpstr>
      <vt:lpstr>Helvetica</vt:lpstr>
      <vt:lpstr>Palatino</vt:lpstr>
      <vt:lpstr>Segoe UI</vt:lpstr>
      <vt:lpstr>Times New Roman</vt:lpstr>
      <vt:lpstr>Wingdings</vt:lpstr>
      <vt:lpstr>zhang-heterocl-030218</vt:lpstr>
      <vt:lpstr>Content Slides - Blue Text</vt:lpstr>
      <vt:lpstr>PowerPoint Presentation</vt:lpstr>
      <vt:lpstr>Motivation</vt:lpstr>
      <vt:lpstr>Problem Statement</vt:lpstr>
      <vt:lpstr>Techniques – Ripple Carry</vt:lpstr>
      <vt:lpstr>Techniques – Carry Look-Ahead</vt:lpstr>
      <vt:lpstr>Techniques – Parallel Prefix (Sklansky)</vt:lpstr>
      <vt:lpstr>Techniques – Parallel Prefix (Kogge-Stone)</vt:lpstr>
      <vt:lpstr>Results – Ripple Carry</vt:lpstr>
      <vt:lpstr>Results – Ripple Carry – Worst Case</vt:lpstr>
      <vt:lpstr>Results – Ripple Carry – Worst Case</vt:lpstr>
      <vt:lpstr>Results - CLA</vt:lpstr>
      <vt:lpstr>Results – CLA – Terminal Print Out</vt:lpstr>
      <vt:lpstr>Results – Parallel Prefix</vt:lpstr>
      <vt:lpstr>Results – Parallel Prefix – Terminal Print Out</vt:lpstr>
      <vt:lpstr>Results - Combined</vt:lpstr>
      <vt:lpstr>Deviation From Expected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Yi-Hsiang Lai</dc:creator>
  <cp:lastModifiedBy>Joseph Latocha</cp:lastModifiedBy>
  <cp:revision>2084</cp:revision>
  <cp:lastPrinted>2019-02-19T16:44:09Z</cp:lastPrinted>
  <dcterms:created xsi:type="dcterms:W3CDTF">2019-02-11T01:50:13Z</dcterms:created>
  <dcterms:modified xsi:type="dcterms:W3CDTF">2026-05-07T18:32:44Z</dcterms:modified>
</cp:coreProperties>
</file>